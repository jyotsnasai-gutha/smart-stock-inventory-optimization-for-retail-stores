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09D288-F3A5-48C5-8905-CBFC738E4E8E}" v="76" dt="2025-12-04T12:27:59.081"/>
    <p1510:client id="{80DA93F3-79CE-4349-BD1C-BCD824EEEA36}" v="43" dt="2025-12-04T12:08:53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66E180-4FD6-4EBB-BAFC-DFAB23D42E9C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9359AE8-67C2-4C7D-B132-0C480C4CE20A}">
      <dgm:prSet/>
      <dgm:spPr/>
      <dgm:t>
        <a:bodyPr/>
        <a:lstStyle/>
        <a:p>
          <a:r>
            <a:rPr lang="en-US"/>
            <a:t>Predict</a:t>
          </a:r>
        </a:p>
      </dgm:t>
    </dgm:pt>
    <dgm:pt modelId="{66238372-F5A7-4FFA-8541-2A3AE9CF900F}" type="parTrans" cxnId="{D980DB31-2623-47E4-A169-C079C199DA87}">
      <dgm:prSet/>
      <dgm:spPr/>
      <dgm:t>
        <a:bodyPr/>
        <a:lstStyle/>
        <a:p>
          <a:endParaRPr lang="en-US"/>
        </a:p>
      </dgm:t>
    </dgm:pt>
    <dgm:pt modelId="{A639E2C6-D0CB-4D7D-AB3B-BDEE787AE677}" type="sibTrans" cxnId="{D980DB31-2623-47E4-A169-C079C199DA87}">
      <dgm:prSet/>
      <dgm:spPr/>
      <dgm:t>
        <a:bodyPr/>
        <a:lstStyle/>
        <a:p>
          <a:endParaRPr lang="en-US"/>
        </a:p>
      </dgm:t>
    </dgm:pt>
    <dgm:pt modelId="{1B7DD534-557D-4C2C-9A71-D0E80B622DFA}">
      <dgm:prSet/>
      <dgm:spPr/>
      <dgm:t>
        <a:bodyPr/>
        <a:lstStyle/>
        <a:p>
          <a:r>
            <a:rPr lang="en-US"/>
            <a:t>Predict daily item-level sales for each store</a:t>
          </a:r>
        </a:p>
      </dgm:t>
    </dgm:pt>
    <dgm:pt modelId="{4A8EA00C-E614-4469-8153-E72094C0A163}" type="parTrans" cxnId="{23BC2B35-07AA-4292-A600-CC67F44CB40B}">
      <dgm:prSet/>
      <dgm:spPr/>
      <dgm:t>
        <a:bodyPr/>
        <a:lstStyle/>
        <a:p>
          <a:endParaRPr lang="en-US"/>
        </a:p>
      </dgm:t>
    </dgm:pt>
    <dgm:pt modelId="{B11E3D64-3A76-4A63-9E27-3EBC7BF2D4AC}" type="sibTrans" cxnId="{23BC2B35-07AA-4292-A600-CC67F44CB40B}">
      <dgm:prSet/>
      <dgm:spPr/>
      <dgm:t>
        <a:bodyPr/>
        <a:lstStyle/>
        <a:p>
          <a:endParaRPr lang="en-US"/>
        </a:p>
      </dgm:t>
    </dgm:pt>
    <dgm:pt modelId="{612D7772-E048-42B4-B789-EF51718288FA}">
      <dgm:prSet/>
      <dgm:spPr/>
      <dgm:t>
        <a:bodyPr/>
        <a:lstStyle/>
        <a:p>
          <a:r>
            <a:rPr lang="en-US"/>
            <a:t>Reduce</a:t>
          </a:r>
        </a:p>
      </dgm:t>
    </dgm:pt>
    <dgm:pt modelId="{B9EEFDBC-966D-4EF3-8914-E085037E5B8D}" type="parTrans" cxnId="{B90944BE-C751-4AE8-A855-110ACB81516E}">
      <dgm:prSet/>
      <dgm:spPr/>
      <dgm:t>
        <a:bodyPr/>
        <a:lstStyle/>
        <a:p>
          <a:endParaRPr lang="en-US"/>
        </a:p>
      </dgm:t>
    </dgm:pt>
    <dgm:pt modelId="{B82E5164-F18D-4200-AC78-CE8867294557}" type="sibTrans" cxnId="{B90944BE-C751-4AE8-A855-110ACB81516E}">
      <dgm:prSet/>
      <dgm:spPr/>
      <dgm:t>
        <a:bodyPr/>
        <a:lstStyle/>
        <a:p>
          <a:endParaRPr lang="en-US"/>
        </a:p>
      </dgm:t>
    </dgm:pt>
    <dgm:pt modelId="{0DCB0914-6036-4A91-A779-D9D567AF603F}">
      <dgm:prSet/>
      <dgm:spPr/>
      <dgm:t>
        <a:bodyPr/>
        <a:lstStyle/>
        <a:p>
          <a:r>
            <a:rPr lang="en-US"/>
            <a:t>Reduce overstock and stockouts</a:t>
          </a:r>
        </a:p>
      </dgm:t>
    </dgm:pt>
    <dgm:pt modelId="{648B0139-B50B-44C5-B6E0-62935080F339}" type="parTrans" cxnId="{10ACCA91-CC39-455C-BFD8-4ACCC01BB5C4}">
      <dgm:prSet/>
      <dgm:spPr/>
      <dgm:t>
        <a:bodyPr/>
        <a:lstStyle/>
        <a:p>
          <a:endParaRPr lang="en-US"/>
        </a:p>
      </dgm:t>
    </dgm:pt>
    <dgm:pt modelId="{DAF2D3E1-4762-4EE0-965D-2BCC229C586B}" type="sibTrans" cxnId="{10ACCA91-CC39-455C-BFD8-4ACCC01BB5C4}">
      <dgm:prSet/>
      <dgm:spPr/>
      <dgm:t>
        <a:bodyPr/>
        <a:lstStyle/>
        <a:p>
          <a:endParaRPr lang="en-US"/>
        </a:p>
      </dgm:t>
    </dgm:pt>
    <dgm:pt modelId="{3940A9DE-D8C5-4B01-AE45-75316C2CFE59}">
      <dgm:prSet/>
      <dgm:spPr/>
      <dgm:t>
        <a:bodyPr/>
        <a:lstStyle/>
        <a:p>
          <a:r>
            <a:rPr lang="en-US"/>
            <a:t>Provide</a:t>
          </a:r>
        </a:p>
      </dgm:t>
    </dgm:pt>
    <dgm:pt modelId="{080F906C-7B64-46B0-85F4-799FDE84E168}" type="parTrans" cxnId="{0C85267F-7F97-4CBF-9324-25E6A191DF9A}">
      <dgm:prSet/>
      <dgm:spPr/>
      <dgm:t>
        <a:bodyPr/>
        <a:lstStyle/>
        <a:p>
          <a:endParaRPr lang="en-US"/>
        </a:p>
      </dgm:t>
    </dgm:pt>
    <dgm:pt modelId="{17D835C4-8F6F-41CF-8BAF-89412828F62E}" type="sibTrans" cxnId="{0C85267F-7F97-4CBF-9324-25E6A191DF9A}">
      <dgm:prSet/>
      <dgm:spPr/>
      <dgm:t>
        <a:bodyPr/>
        <a:lstStyle/>
        <a:p>
          <a:endParaRPr lang="en-US"/>
        </a:p>
      </dgm:t>
    </dgm:pt>
    <dgm:pt modelId="{9668D50D-8E18-4F77-8F8D-B9AF61481BAD}">
      <dgm:prSet/>
      <dgm:spPr/>
      <dgm:t>
        <a:bodyPr/>
        <a:lstStyle/>
        <a:p>
          <a:r>
            <a:rPr lang="en-US"/>
            <a:t>Provide accurate 30-day demand forecasts</a:t>
          </a:r>
        </a:p>
      </dgm:t>
    </dgm:pt>
    <dgm:pt modelId="{01CE0382-1686-42D9-81B2-39734CCD5EC0}" type="parTrans" cxnId="{52A85666-FAAD-4CD5-AE87-2E6FC46DBF0E}">
      <dgm:prSet/>
      <dgm:spPr/>
      <dgm:t>
        <a:bodyPr/>
        <a:lstStyle/>
        <a:p>
          <a:endParaRPr lang="en-US"/>
        </a:p>
      </dgm:t>
    </dgm:pt>
    <dgm:pt modelId="{FE700443-473D-4BEA-9080-CFED487CB454}" type="sibTrans" cxnId="{52A85666-FAAD-4CD5-AE87-2E6FC46DBF0E}">
      <dgm:prSet/>
      <dgm:spPr/>
      <dgm:t>
        <a:bodyPr/>
        <a:lstStyle/>
        <a:p>
          <a:endParaRPr lang="en-US"/>
        </a:p>
      </dgm:t>
    </dgm:pt>
    <dgm:pt modelId="{8EA4442E-C1DB-41A4-8959-62B3D6574D72}">
      <dgm:prSet/>
      <dgm:spPr/>
      <dgm:t>
        <a:bodyPr/>
        <a:lstStyle/>
        <a:p>
          <a:r>
            <a:rPr lang="en-US"/>
            <a:t>Integrate</a:t>
          </a:r>
        </a:p>
      </dgm:t>
    </dgm:pt>
    <dgm:pt modelId="{BBF3EDFB-93C0-4E40-A69E-532A6BBFBABD}" type="parTrans" cxnId="{099EF95A-6680-4E3B-A22A-9E161EE73432}">
      <dgm:prSet/>
      <dgm:spPr/>
      <dgm:t>
        <a:bodyPr/>
        <a:lstStyle/>
        <a:p>
          <a:endParaRPr lang="en-US"/>
        </a:p>
      </dgm:t>
    </dgm:pt>
    <dgm:pt modelId="{5420B1D0-904A-4C7B-A1EC-BAC1739EA192}" type="sibTrans" cxnId="{099EF95A-6680-4E3B-A22A-9E161EE73432}">
      <dgm:prSet/>
      <dgm:spPr/>
      <dgm:t>
        <a:bodyPr/>
        <a:lstStyle/>
        <a:p>
          <a:endParaRPr lang="en-US"/>
        </a:p>
      </dgm:t>
    </dgm:pt>
    <dgm:pt modelId="{29E64629-B1BE-445C-9551-82B95569769F}">
      <dgm:prSet/>
      <dgm:spPr/>
      <dgm:t>
        <a:bodyPr/>
        <a:lstStyle/>
        <a:p>
          <a:r>
            <a:rPr lang="en-US"/>
            <a:t>Integrate ML model with backend API</a:t>
          </a:r>
        </a:p>
      </dgm:t>
    </dgm:pt>
    <dgm:pt modelId="{38F284AA-2329-4163-ABF5-05386303C86E}" type="parTrans" cxnId="{3D6D69E9-B521-4432-8BE8-D15D48450592}">
      <dgm:prSet/>
      <dgm:spPr/>
      <dgm:t>
        <a:bodyPr/>
        <a:lstStyle/>
        <a:p>
          <a:endParaRPr lang="en-US"/>
        </a:p>
      </dgm:t>
    </dgm:pt>
    <dgm:pt modelId="{99385E7A-AFA5-41B1-8080-C289F7606D3F}" type="sibTrans" cxnId="{3D6D69E9-B521-4432-8BE8-D15D48450592}">
      <dgm:prSet/>
      <dgm:spPr/>
      <dgm:t>
        <a:bodyPr/>
        <a:lstStyle/>
        <a:p>
          <a:endParaRPr lang="en-US"/>
        </a:p>
      </dgm:t>
    </dgm:pt>
    <dgm:pt modelId="{AAB9830D-DBBD-47A2-BA02-CD69912F8C27}" type="pres">
      <dgm:prSet presAssocID="{8366E180-4FD6-4EBB-BAFC-DFAB23D42E9C}" presName="Name0" presStyleCnt="0">
        <dgm:presLayoutVars>
          <dgm:dir/>
          <dgm:animLvl val="lvl"/>
          <dgm:resizeHandles val="exact"/>
        </dgm:presLayoutVars>
      </dgm:prSet>
      <dgm:spPr/>
    </dgm:pt>
    <dgm:pt modelId="{C7BC35D9-3CC2-48B6-8D8F-00946AC7ED9F}" type="pres">
      <dgm:prSet presAssocID="{79359AE8-67C2-4C7D-B132-0C480C4CE20A}" presName="linNode" presStyleCnt="0"/>
      <dgm:spPr/>
    </dgm:pt>
    <dgm:pt modelId="{E7BE0849-3795-40DC-8926-9E3A8C5EA10B}" type="pres">
      <dgm:prSet presAssocID="{79359AE8-67C2-4C7D-B132-0C480C4CE20A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A6FCF2F8-207C-4531-A6FB-6FB75225E61A}" type="pres">
      <dgm:prSet presAssocID="{79359AE8-67C2-4C7D-B132-0C480C4CE20A}" presName="descendantText" presStyleLbl="alignNode1" presStyleIdx="0" presStyleCnt="4">
        <dgm:presLayoutVars>
          <dgm:bulletEnabled/>
        </dgm:presLayoutVars>
      </dgm:prSet>
      <dgm:spPr/>
    </dgm:pt>
    <dgm:pt modelId="{FC311AD3-A7A8-42FD-A9A6-6172A8B38574}" type="pres">
      <dgm:prSet presAssocID="{A639E2C6-D0CB-4D7D-AB3B-BDEE787AE677}" presName="sp" presStyleCnt="0"/>
      <dgm:spPr/>
    </dgm:pt>
    <dgm:pt modelId="{01F60545-9BD3-4500-BE06-C93468D5AC07}" type="pres">
      <dgm:prSet presAssocID="{612D7772-E048-42B4-B789-EF51718288FA}" presName="linNode" presStyleCnt="0"/>
      <dgm:spPr/>
    </dgm:pt>
    <dgm:pt modelId="{0786B83B-D97C-4023-A984-F231652ADCFD}" type="pres">
      <dgm:prSet presAssocID="{612D7772-E048-42B4-B789-EF51718288FA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445FF355-BC61-41C3-A308-C3EE5ABACA54}" type="pres">
      <dgm:prSet presAssocID="{612D7772-E048-42B4-B789-EF51718288FA}" presName="descendantText" presStyleLbl="alignNode1" presStyleIdx="1" presStyleCnt="4">
        <dgm:presLayoutVars>
          <dgm:bulletEnabled/>
        </dgm:presLayoutVars>
      </dgm:prSet>
      <dgm:spPr/>
    </dgm:pt>
    <dgm:pt modelId="{62946E59-519F-41B9-92D4-401767DDC1E7}" type="pres">
      <dgm:prSet presAssocID="{B82E5164-F18D-4200-AC78-CE8867294557}" presName="sp" presStyleCnt="0"/>
      <dgm:spPr/>
    </dgm:pt>
    <dgm:pt modelId="{26D0C143-3E45-40A7-BDFD-4FE2159B59D0}" type="pres">
      <dgm:prSet presAssocID="{3940A9DE-D8C5-4B01-AE45-75316C2CFE59}" presName="linNode" presStyleCnt="0"/>
      <dgm:spPr/>
    </dgm:pt>
    <dgm:pt modelId="{FA001D72-CE89-4F8E-BEA4-2C1FD07CBE84}" type="pres">
      <dgm:prSet presAssocID="{3940A9DE-D8C5-4B01-AE45-75316C2CFE59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C68C6B5B-AE55-4172-ABA0-7F88C9E7B6EA}" type="pres">
      <dgm:prSet presAssocID="{3940A9DE-D8C5-4B01-AE45-75316C2CFE59}" presName="descendantText" presStyleLbl="alignNode1" presStyleIdx="2" presStyleCnt="4">
        <dgm:presLayoutVars>
          <dgm:bulletEnabled/>
        </dgm:presLayoutVars>
      </dgm:prSet>
      <dgm:spPr/>
    </dgm:pt>
    <dgm:pt modelId="{2C53033F-EB97-44E1-822E-8C50250AE971}" type="pres">
      <dgm:prSet presAssocID="{17D835C4-8F6F-41CF-8BAF-89412828F62E}" presName="sp" presStyleCnt="0"/>
      <dgm:spPr/>
    </dgm:pt>
    <dgm:pt modelId="{5F1BF826-862D-442D-BB84-697565951F9F}" type="pres">
      <dgm:prSet presAssocID="{8EA4442E-C1DB-41A4-8959-62B3D6574D72}" presName="linNode" presStyleCnt="0"/>
      <dgm:spPr/>
    </dgm:pt>
    <dgm:pt modelId="{A53AC6E9-1F00-4261-987A-4B06E19A634B}" type="pres">
      <dgm:prSet presAssocID="{8EA4442E-C1DB-41A4-8959-62B3D6574D72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55C6007E-1844-49B8-9776-A9FA213B8C28}" type="pres">
      <dgm:prSet presAssocID="{8EA4442E-C1DB-41A4-8959-62B3D6574D72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3EBC830A-3731-4E99-99D7-876273657DB6}" type="presOf" srcId="{9668D50D-8E18-4F77-8F8D-B9AF61481BAD}" destId="{C68C6B5B-AE55-4172-ABA0-7F88C9E7B6EA}" srcOrd="0" destOrd="0" presId="urn:microsoft.com/office/officeart/2016/7/layout/VerticalHollowActionList"/>
    <dgm:cxn modelId="{07B7181C-D567-4302-9F9E-CEF1FC9B9BC1}" type="presOf" srcId="{79359AE8-67C2-4C7D-B132-0C480C4CE20A}" destId="{E7BE0849-3795-40DC-8926-9E3A8C5EA10B}" srcOrd="0" destOrd="0" presId="urn:microsoft.com/office/officeart/2016/7/layout/VerticalHollowActionList"/>
    <dgm:cxn modelId="{80EEEC30-CC1F-459A-9624-FDB7F2ED0FAD}" type="presOf" srcId="{3940A9DE-D8C5-4B01-AE45-75316C2CFE59}" destId="{FA001D72-CE89-4F8E-BEA4-2C1FD07CBE84}" srcOrd="0" destOrd="0" presId="urn:microsoft.com/office/officeart/2016/7/layout/VerticalHollowActionList"/>
    <dgm:cxn modelId="{D980DB31-2623-47E4-A169-C079C199DA87}" srcId="{8366E180-4FD6-4EBB-BAFC-DFAB23D42E9C}" destId="{79359AE8-67C2-4C7D-B132-0C480C4CE20A}" srcOrd="0" destOrd="0" parTransId="{66238372-F5A7-4FFA-8541-2A3AE9CF900F}" sibTransId="{A639E2C6-D0CB-4D7D-AB3B-BDEE787AE677}"/>
    <dgm:cxn modelId="{23BC2B35-07AA-4292-A600-CC67F44CB40B}" srcId="{79359AE8-67C2-4C7D-B132-0C480C4CE20A}" destId="{1B7DD534-557D-4C2C-9A71-D0E80B622DFA}" srcOrd="0" destOrd="0" parTransId="{4A8EA00C-E614-4469-8153-E72094C0A163}" sibTransId="{B11E3D64-3A76-4A63-9E27-3EBC7BF2D4AC}"/>
    <dgm:cxn modelId="{F156DC36-A9E1-46BF-99D8-3A1462B16F28}" type="presOf" srcId="{1B7DD534-557D-4C2C-9A71-D0E80B622DFA}" destId="{A6FCF2F8-207C-4531-A6FB-6FB75225E61A}" srcOrd="0" destOrd="0" presId="urn:microsoft.com/office/officeart/2016/7/layout/VerticalHollowActionList"/>
    <dgm:cxn modelId="{52A85666-FAAD-4CD5-AE87-2E6FC46DBF0E}" srcId="{3940A9DE-D8C5-4B01-AE45-75316C2CFE59}" destId="{9668D50D-8E18-4F77-8F8D-B9AF61481BAD}" srcOrd="0" destOrd="0" parTransId="{01CE0382-1686-42D9-81B2-39734CCD5EC0}" sibTransId="{FE700443-473D-4BEA-9080-CFED487CB454}"/>
    <dgm:cxn modelId="{099EF95A-6680-4E3B-A22A-9E161EE73432}" srcId="{8366E180-4FD6-4EBB-BAFC-DFAB23D42E9C}" destId="{8EA4442E-C1DB-41A4-8959-62B3D6574D72}" srcOrd="3" destOrd="0" parTransId="{BBF3EDFB-93C0-4E40-A69E-532A6BBFBABD}" sibTransId="{5420B1D0-904A-4C7B-A1EC-BAC1739EA192}"/>
    <dgm:cxn modelId="{0C85267F-7F97-4CBF-9324-25E6A191DF9A}" srcId="{8366E180-4FD6-4EBB-BAFC-DFAB23D42E9C}" destId="{3940A9DE-D8C5-4B01-AE45-75316C2CFE59}" srcOrd="2" destOrd="0" parTransId="{080F906C-7B64-46B0-85F4-799FDE84E168}" sibTransId="{17D835C4-8F6F-41CF-8BAF-89412828F62E}"/>
    <dgm:cxn modelId="{10ACCA91-CC39-455C-BFD8-4ACCC01BB5C4}" srcId="{612D7772-E048-42B4-B789-EF51718288FA}" destId="{0DCB0914-6036-4A91-A779-D9D567AF603F}" srcOrd="0" destOrd="0" parTransId="{648B0139-B50B-44C5-B6E0-62935080F339}" sibTransId="{DAF2D3E1-4762-4EE0-965D-2BCC229C586B}"/>
    <dgm:cxn modelId="{B7EF30B0-7EC2-471E-BF84-852C96EB025B}" type="presOf" srcId="{0DCB0914-6036-4A91-A779-D9D567AF603F}" destId="{445FF355-BC61-41C3-A308-C3EE5ABACA54}" srcOrd="0" destOrd="0" presId="urn:microsoft.com/office/officeart/2016/7/layout/VerticalHollowActionList"/>
    <dgm:cxn modelId="{9F0305B9-F191-4501-87FF-1E91DA427533}" type="presOf" srcId="{8EA4442E-C1DB-41A4-8959-62B3D6574D72}" destId="{A53AC6E9-1F00-4261-987A-4B06E19A634B}" srcOrd="0" destOrd="0" presId="urn:microsoft.com/office/officeart/2016/7/layout/VerticalHollowActionList"/>
    <dgm:cxn modelId="{B90944BE-C751-4AE8-A855-110ACB81516E}" srcId="{8366E180-4FD6-4EBB-BAFC-DFAB23D42E9C}" destId="{612D7772-E048-42B4-B789-EF51718288FA}" srcOrd="1" destOrd="0" parTransId="{B9EEFDBC-966D-4EF3-8914-E085037E5B8D}" sibTransId="{B82E5164-F18D-4200-AC78-CE8867294557}"/>
    <dgm:cxn modelId="{6300B6CE-E0D7-41F0-8A31-A7801C4212BA}" type="presOf" srcId="{8366E180-4FD6-4EBB-BAFC-DFAB23D42E9C}" destId="{AAB9830D-DBBD-47A2-BA02-CD69912F8C27}" srcOrd="0" destOrd="0" presId="urn:microsoft.com/office/officeart/2016/7/layout/VerticalHollowActionList"/>
    <dgm:cxn modelId="{3D6D69E9-B521-4432-8BE8-D15D48450592}" srcId="{8EA4442E-C1DB-41A4-8959-62B3D6574D72}" destId="{29E64629-B1BE-445C-9551-82B95569769F}" srcOrd="0" destOrd="0" parTransId="{38F284AA-2329-4163-ABF5-05386303C86E}" sibTransId="{99385E7A-AFA5-41B1-8080-C289F7606D3F}"/>
    <dgm:cxn modelId="{6ACF64F7-8653-4E80-9C4E-32386F1B5250}" type="presOf" srcId="{29E64629-B1BE-445C-9551-82B95569769F}" destId="{55C6007E-1844-49B8-9776-A9FA213B8C28}" srcOrd="0" destOrd="0" presId="urn:microsoft.com/office/officeart/2016/7/layout/VerticalHollowActionList"/>
    <dgm:cxn modelId="{0F7465FE-7B01-4A1B-8191-D05C0E2335FE}" type="presOf" srcId="{612D7772-E048-42B4-B789-EF51718288FA}" destId="{0786B83B-D97C-4023-A984-F231652ADCFD}" srcOrd="0" destOrd="0" presId="urn:microsoft.com/office/officeart/2016/7/layout/VerticalHollowActionList"/>
    <dgm:cxn modelId="{E0F642BC-B5B2-4F23-BABD-9C18FD985016}" type="presParOf" srcId="{AAB9830D-DBBD-47A2-BA02-CD69912F8C27}" destId="{C7BC35D9-3CC2-48B6-8D8F-00946AC7ED9F}" srcOrd="0" destOrd="0" presId="urn:microsoft.com/office/officeart/2016/7/layout/VerticalHollowActionList"/>
    <dgm:cxn modelId="{0206A39A-07C1-475F-A292-6C11B83174EE}" type="presParOf" srcId="{C7BC35D9-3CC2-48B6-8D8F-00946AC7ED9F}" destId="{E7BE0849-3795-40DC-8926-9E3A8C5EA10B}" srcOrd="0" destOrd="0" presId="urn:microsoft.com/office/officeart/2016/7/layout/VerticalHollowActionList"/>
    <dgm:cxn modelId="{38BE6E95-B55D-449C-90EA-E8B520F0EB82}" type="presParOf" srcId="{C7BC35D9-3CC2-48B6-8D8F-00946AC7ED9F}" destId="{A6FCF2F8-207C-4531-A6FB-6FB75225E61A}" srcOrd="1" destOrd="0" presId="urn:microsoft.com/office/officeart/2016/7/layout/VerticalHollowActionList"/>
    <dgm:cxn modelId="{4B66ED4D-EA23-429B-AF49-1C14FAACBA35}" type="presParOf" srcId="{AAB9830D-DBBD-47A2-BA02-CD69912F8C27}" destId="{FC311AD3-A7A8-42FD-A9A6-6172A8B38574}" srcOrd="1" destOrd="0" presId="urn:microsoft.com/office/officeart/2016/7/layout/VerticalHollowActionList"/>
    <dgm:cxn modelId="{6008A6F4-623A-47CF-AFB1-60C58CD128CE}" type="presParOf" srcId="{AAB9830D-DBBD-47A2-BA02-CD69912F8C27}" destId="{01F60545-9BD3-4500-BE06-C93468D5AC07}" srcOrd="2" destOrd="0" presId="urn:microsoft.com/office/officeart/2016/7/layout/VerticalHollowActionList"/>
    <dgm:cxn modelId="{FD22B361-CD65-47F9-BCA1-AE963FCF79D1}" type="presParOf" srcId="{01F60545-9BD3-4500-BE06-C93468D5AC07}" destId="{0786B83B-D97C-4023-A984-F231652ADCFD}" srcOrd="0" destOrd="0" presId="urn:microsoft.com/office/officeart/2016/7/layout/VerticalHollowActionList"/>
    <dgm:cxn modelId="{8B43FBEA-B5B5-415F-911E-32F610A6DFED}" type="presParOf" srcId="{01F60545-9BD3-4500-BE06-C93468D5AC07}" destId="{445FF355-BC61-41C3-A308-C3EE5ABACA54}" srcOrd="1" destOrd="0" presId="urn:microsoft.com/office/officeart/2016/7/layout/VerticalHollowActionList"/>
    <dgm:cxn modelId="{2962B142-C7FE-4B83-B5AC-B04711C8CFD9}" type="presParOf" srcId="{AAB9830D-DBBD-47A2-BA02-CD69912F8C27}" destId="{62946E59-519F-41B9-92D4-401767DDC1E7}" srcOrd="3" destOrd="0" presId="urn:microsoft.com/office/officeart/2016/7/layout/VerticalHollowActionList"/>
    <dgm:cxn modelId="{E1463215-2606-478E-90A3-EDCEF42FECF7}" type="presParOf" srcId="{AAB9830D-DBBD-47A2-BA02-CD69912F8C27}" destId="{26D0C143-3E45-40A7-BDFD-4FE2159B59D0}" srcOrd="4" destOrd="0" presId="urn:microsoft.com/office/officeart/2016/7/layout/VerticalHollowActionList"/>
    <dgm:cxn modelId="{0827D1B9-997C-409A-A985-1E477023D1C3}" type="presParOf" srcId="{26D0C143-3E45-40A7-BDFD-4FE2159B59D0}" destId="{FA001D72-CE89-4F8E-BEA4-2C1FD07CBE84}" srcOrd="0" destOrd="0" presId="urn:microsoft.com/office/officeart/2016/7/layout/VerticalHollowActionList"/>
    <dgm:cxn modelId="{F7BFC07C-449F-4BC2-A222-7D78A31DB6B1}" type="presParOf" srcId="{26D0C143-3E45-40A7-BDFD-4FE2159B59D0}" destId="{C68C6B5B-AE55-4172-ABA0-7F88C9E7B6EA}" srcOrd="1" destOrd="0" presId="urn:microsoft.com/office/officeart/2016/7/layout/VerticalHollowActionList"/>
    <dgm:cxn modelId="{243454BC-E5CF-487F-AC96-9B5219A9299B}" type="presParOf" srcId="{AAB9830D-DBBD-47A2-BA02-CD69912F8C27}" destId="{2C53033F-EB97-44E1-822E-8C50250AE971}" srcOrd="5" destOrd="0" presId="urn:microsoft.com/office/officeart/2016/7/layout/VerticalHollowActionList"/>
    <dgm:cxn modelId="{67BD6B7C-8910-43B6-A0BE-C2CD646C776E}" type="presParOf" srcId="{AAB9830D-DBBD-47A2-BA02-CD69912F8C27}" destId="{5F1BF826-862D-442D-BB84-697565951F9F}" srcOrd="6" destOrd="0" presId="urn:microsoft.com/office/officeart/2016/7/layout/VerticalHollowActionList"/>
    <dgm:cxn modelId="{DE071EBD-2E9D-484F-A340-58E49A9DD68A}" type="presParOf" srcId="{5F1BF826-862D-442D-BB84-697565951F9F}" destId="{A53AC6E9-1F00-4261-987A-4B06E19A634B}" srcOrd="0" destOrd="0" presId="urn:microsoft.com/office/officeart/2016/7/layout/VerticalHollowActionList"/>
    <dgm:cxn modelId="{A652EBAE-08AB-4FD6-A07B-F1334F656233}" type="presParOf" srcId="{5F1BF826-862D-442D-BB84-697565951F9F}" destId="{55C6007E-1844-49B8-9776-A9FA213B8C28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7966DE-7D54-4911-8C32-03088A092BF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AD307B3-698D-471C-8CFF-C621A4D0B322}">
      <dgm:prSet/>
      <dgm:spPr/>
      <dgm:t>
        <a:bodyPr/>
        <a:lstStyle/>
        <a:p>
          <a:r>
            <a:rPr lang="en-US"/>
            <a:t>Dataset loaded (4000 rows from DailyFeature model)</a:t>
          </a:r>
        </a:p>
      </dgm:t>
    </dgm:pt>
    <dgm:pt modelId="{0B2AAEE6-B343-4832-B653-2A15B83028F0}" type="parTrans" cxnId="{365F06F8-E3DE-4179-8791-19B32F7CB955}">
      <dgm:prSet/>
      <dgm:spPr/>
      <dgm:t>
        <a:bodyPr/>
        <a:lstStyle/>
        <a:p>
          <a:endParaRPr lang="en-US"/>
        </a:p>
      </dgm:t>
    </dgm:pt>
    <dgm:pt modelId="{93EE880C-28FD-405C-8268-F2F692481322}" type="sibTrans" cxnId="{365F06F8-E3DE-4179-8791-19B32F7CB955}">
      <dgm:prSet/>
      <dgm:spPr/>
      <dgm:t>
        <a:bodyPr/>
        <a:lstStyle/>
        <a:p>
          <a:endParaRPr lang="en-US"/>
        </a:p>
      </dgm:t>
    </dgm:pt>
    <dgm:pt modelId="{39578946-019F-490E-9F7C-D50257034C41}">
      <dgm:prSet/>
      <dgm:spPr/>
      <dgm:t>
        <a:bodyPr/>
        <a:lstStyle/>
        <a:p>
          <a:r>
            <a:rPr lang="en-US"/>
            <a:t>Data cleaning and feature selection</a:t>
          </a:r>
        </a:p>
      </dgm:t>
    </dgm:pt>
    <dgm:pt modelId="{823A5C5F-13B1-463A-AE1C-A49E19F9FE5D}" type="parTrans" cxnId="{A22773FA-6A4B-4D18-B0E6-F9A3DA1C3B7F}">
      <dgm:prSet/>
      <dgm:spPr/>
      <dgm:t>
        <a:bodyPr/>
        <a:lstStyle/>
        <a:p>
          <a:endParaRPr lang="en-US"/>
        </a:p>
      </dgm:t>
    </dgm:pt>
    <dgm:pt modelId="{BA1CC643-7B4F-4CB7-8FE7-5652E163B6CA}" type="sibTrans" cxnId="{A22773FA-6A4B-4D18-B0E6-F9A3DA1C3B7F}">
      <dgm:prSet/>
      <dgm:spPr/>
      <dgm:t>
        <a:bodyPr/>
        <a:lstStyle/>
        <a:p>
          <a:endParaRPr lang="en-US"/>
        </a:p>
      </dgm:t>
    </dgm:pt>
    <dgm:pt modelId="{46009EC9-13DE-4D54-BD29-56689A1500A8}">
      <dgm:prSet/>
      <dgm:spPr/>
      <dgm:t>
        <a:bodyPr/>
        <a:lstStyle/>
        <a:p>
          <a:r>
            <a:rPr lang="en-US"/>
            <a:t>Train/validation split successful</a:t>
          </a:r>
        </a:p>
      </dgm:t>
    </dgm:pt>
    <dgm:pt modelId="{2427FE12-F690-4829-BAC5-36B693E108A6}" type="parTrans" cxnId="{6238ED67-986F-411C-942A-015FC803D2A7}">
      <dgm:prSet/>
      <dgm:spPr/>
      <dgm:t>
        <a:bodyPr/>
        <a:lstStyle/>
        <a:p>
          <a:endParaRPr lang="en-US"/>
        </a:p>
      </dgm:t>
    </dgm:pt>
    <dgm:pt modelId="{55D6CF3C-D804-496A-87F4-75273A977494}" type="sibTrans" cxnId="{6238ED67-986F-411C-942A-015FC803D2A7}">
      <dgm:prSet/>
      <dgm:spPr/>
      <dgm:t>
        <a:bodyPr/>
        <a:lstStyle/>
        <a:p>
          <a:endParaRPr lang="en-US"/>
        </a:p>
      </dgm:t>
    </dgm:pt>
    <dgm:pt modelId="{181D6757-9691-4268-975B-39F6B8FC0366}">
      <dgm:prSet/>
      <dgm:spPr/>
      <dgm:t>
        <a:bodyPr/>
        <a:lstStyle/>
        <a:p>
          <a:r>
            <a:rPr lang="en-US"/>
            <a:t>XGBoost global model training completed</a:t>
          </a:r>
        </a:p>
      </dgm:t>
    </dgm:pt>
    <dgm:pt modelId="{4BF86112-9606-47A8-A97D-AE2F2E3B911B}" type="parTrans" cxnId="{79C4F855-9434-4DCE-90C6-CEB176FB7D22}">
      <dgm:prSet/>
      <dgm:spPr/>
      <dgm:t>
        <a:bodyPr/>
        <a:lstStyle/>
        <a:p>
          <a:endParaRPr lang="en-US"/>
        </a:p>
      </dgm:t>
    </dgm:pt>
    <dgm:pt modelId="{96141B99-A2A0-4843-9936-8790ABE5C986}" type="sibTrans" cxnId="{79C4F855-9434-4DCE-90C6-CEB176FB7D22}">
      <dgm:prSet/>
      <dgm:spPr/>
      <dgm:t>
        <a:bodyPr/>
        <a:lstStyle/>
        <a:p>
          <a:endParaRPr lang="en-US"/>
        </a:p>
      </dgm:t>
    </dgm:pt>
    <dgm:pt modelId="{90D0CC69-24A2-4D4A-85FE-C39B48E996AF}">
      <dgm:prSet/>
      <dgm:spPr/>
      <dgm:t>
        <a:bodyPr/>
        <a:lstStyle/>
        <a:p>
          <a:r>
            <a:rPr lang="en-US"/>
            <a:t>Prediction endpoint created and working</a:t>
          </a:r>
        </a:p>
      </dgm:t>
    </dgm:pt>
    <dgm:pt modelId="{7F9ED466-C361-43BE-A1F8-255EEAC03519}" type="parTrans" cxnId="{939CD619-1428-492B-A6F5-38D1DB7AB0C9}">
      <dgm:prSet/>
      <dgm:spPr/>
      <dgm:t>
        <a:bodyPr/>
        <a:lstStyle/>
        <a:p>
          <a:endParaRPr lang="en-US"/>
        </a:p>
      </dgm:t>
    </dgm:pt>
    <dgm:pt modelId="{BCA1945B-D40C-4EA8-AB16-790150D3E57B}" type="sibTrans" cxnId="{939CD619-1428-492B-A6F5-38D1DB7AB0C9}">
      <dgm:prSet/>
      <dgm:spPr/>
      <dgm:t>
        <a:bodyPr/>
        <a:lstStyle/>
        <a:p>
          <a:endParaRPr lang="en-US"/>
        </a:p>
      </dgm:t>
    </dgm:pt>
    <dgm:pt modelId="{74083F96-2039-4102-A489-0729FC74B7BA}" type="pres">
      <dgm:prSet presAssocID="{C17966DE-7D54-4911-8C32-03088A092BF8}" presName="linear" presStyleCnt="0">
        <dgm:presLayoutVars>
          <dgm:animLvl val="lvl"/>
          <dgm:resizeHandles val="exact"/>
        </dgm:presLayoutVars>
      </dgm:prSet>
      <dgm:spPr/>
    </dgm:pt>
    <dgm:pt modelId="{F70E2877-2193-4CFD-96F7-E153095DF109}" type="pres">
      <dgm:prSet presAssocID="{8AD307B3-698D-471C-8CFF-C621A4D0B32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0C772B3-9072-4ED2-95EA-833CAA289CF5}" type="pres">
      <dgm:prSet presAssocID="{93EE880C-28FD-405C-8268-F2F692481322}" presName="spacer" presStyleCnt="0"/>
      <dgm:spPr/>
    </dgm:pt>
    <dgm:pt modelId="{925BC224-0458-4D0A-934F-AC7DFCE8A5F0}" type="pres">
      <dgm:prSet presAssocID="{39578946-019F-490E-9F7C-D50257034C4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D7D9FB8-B0D2-47A6-A79C-FBD1FC218D98}" type="pres">
      <dgm:prSet presAssocID="{BA1CC643-7B4F-4CB7-8FE7-5652E163B6CA}" presName="spacer" presStyleCnt="0"/>
      <dgm:spPr/>
    </dgm:pt>
    <dgm:pt modelId="{91501D1F-45CC-44F2-BBFE-E4F3C9A72371}" type="pres">
      <dgm:prSet presAssocID="{46009EC9-13DE-4D54-BD29-56689A1500A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EE1D3D6-9BE8-4075-BC9B-472D507A31F9}" type="pres">
      <dgm:prSet presAssocID="{55D6CF3C-D804-496A-87F4-75273A977494}" presName="spacer" presStyleCnt="0"/>
      <dgm:spPr/>
    </dgm:pt>
    <dgm:pt modelId="{3A66AB8B-5A7E-4A71-A52A-16AE5D026CDA}" type="pres">
      <dgm:prSet presAssocID="{181D6757-9691-4268-975B-39F6B8FC036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05451DF-B0C4-411A-8E9D-1E2EE8D6162F}" type="pres">
      <dgm:prSet presAssocID="{96141B99-A2A0-4843-9936-8790ABE5C986}" presName="spacer" presStyleCnt="0"/>
      <dgm:spPr/>
    </dgm:pt>
    <dgm:pt modelId="{4DBA1C80-8E4E-4009-87E5-68E55F8AC19D}" type="pres">
      <dgm:prSet presAssocID="{90D0CC69-24A2-4D4A-85FE-C39B48E996A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39CD619-1428-492B-A6F5-38D1DB7AB0C9}" srcId="{C17966DE-7D54-4911-8C32-03088A092BF8}" destId="{90D0CC69-24A2-4D4A-85FE-C39B48E996AF}" srcOrd="4" destOrd="0" parTransId="{7F9ED466-C361-43BE-A1F8-255EEAC03519}" sibTransId="{BCA1945B-D40C-4EA8-AB16-790150D3E57B}"/>
    <dgm:cxn modelId="{B3213C2A-B60C-4E1B-B105-7D05DDDBA5AC}" type="presOf" srcId="{46009EC9-13DE-4D54-BD29-56689A1500A8}" destId="{91501D1F-45CC-44F2-BBFE-E4F3C9A72371}" srcOrd="0" destOrd="0" presId="urn:microsoft.com/office/officeart/2005/8/layout/vList2"/>
    <dgm:cxn modelId="{6238ED67-986F-411C-942A-015FC803D2A7}" srcId="{C17966DE-7D54-4911-8C32-03088A092BF8}" destId="{46009EC9-13DE-4D54-BD29-56689A1500A8}" srcOrd="2" destOrd="0" parTransId="{2427FE12-F690-4829-BAC5-36B693E108A6}" sibTransId="{55D6CF3C-D804-496A-87F4-75273A977494}"/>
    <dgm:cxn modelId="{79C4F855-9434-4DCE-90C6-CEB176FB7D22}" srcId="{C17966DE-7D54-4911-8C32-03088A092BF8}" destId="{181D6757-9691-4268-975B-39F6B8FC0366}" srcOrd="3" destOrd="0" parTransId="{4BF86112-9606-47A8-A97D-AE2F2E3B911B}" sibTransId="{96141B99-A2A0-4843-9936-8790ABE5C986}"/>
    <dgm:cxn modelId="{07A98957-8D7C-4527-BC81-043FFB39C233}" type="presOf" srcId="{90D0CC69-24A2-4D4A-85FE-C39B48E996AF}" destId="{4DBA1C80-8E4E-4009-87E5-68E55F8AC19D}" srcOrd="0" destOrd="0" presId="urn:microsoft.com/office/officeart/2005/8/layout/vList2"/>
    <dgm:cxn modelId="{BAB51FA3-438E-44DA-9009-8CB4E64DCBCA}" type="presOf" srcId="{8AD307B3-698D-471C-8CFF-C621A4D0B322}" destId="{F70E2877-2193-4CFD-96F7-E153095DF109}" srcOrd="0" destOrd="0" presId="urn:microsoft.com/office/officeart/2005/8/layout/vList2"/>
    <dgm:cxn modelId="{093E24AD-3247-4313-BFC4-96AFFE996AF9}" type="presOf" srcId="{181D6757-9691-4268-975B-39F6B8FC0366}" destId="{3A66AB8B-5A7E-4A71-A52A-16AE5D026CDA}" srcOrd="0" destOrd="0" presId="urn:microsoft.com/office/officeart/2005/8/layout/vList2"/>
    <dgm:cxn modelId="{86336CB9-4EF1-4840-9871-215A2F47A1D6}" type="presOf" srcId="{39578946-019F-490E-9F7C-D50257034C41}" destId="{925BC224-0458-4D0A-934F-AC7DFCE8A5F0}" srcOrd="0" destOrd="0" presId="urn:microsoft.com/office/officeart/2005/8/layout/vList2"/>
    <dgm:cxn modelId="{43F2C9D1-1164-4205-9370-83DCA9460A7B}" type="presOf" srcId="{C17966DE-7D54-4911-8C32-03088A092BF8}" destId="{74083F96-2039-4102-A489-0729FC74B7BA}" srcOrd="0" destOrd="0" presId="urn:microsoft.com/office/officeart/2005/8/layout/vList2"/>
    <dgm:cxn modelId="{365F06F8-E3DE-4179-8791-19B32F7CB955}" srcId="{C17966DE-7D54-4911-8C32-03088A092BF8}" destId="{8AD307B3-698D-471C-8CFF-C621A4D0B322}" srcOrd="0" destOrd="0" parTransId="{0B2AAEE6-B343-4832-B653-2A15B83028F0}" sibTransId="{93EE880C-28FD-405C-8268-F2F692481322}"/>
    <dgm:cxn modelId="{A22773FA-6A4B-4D18-B0E6-F9A3DA1C3B7F}" srcId="{C17966DE-7D54-4911-8C32-03088A092BF8}" destId="{39578946-019F-490E-9F7C-D50257034C41}" srcOrd="1" destOrd="0" parTransId="{823A5C5F-13B1-463A-AE1C-A49E19F9FE5D}" sibTransId="{BA1CC643-7B4F-4CB7-8FE7-5652E163B6CA}"/>
    <dgm:cxn modelId="{1A54D676-DC2D-455D-A67D-0F2A2138EB42}" type="presParOf" srcId="{74083F96-2039-4102-A489-0729FC74B7BA}" destId="{F70E2877-2193-4CFD-96F7-E153095DF109}" srcOrd="0" destOrd="0" presId="urn:microsoft.com/office/officeart/2005/8/layout/vList2"/>
    <dgm:cxn modelId="{7851B52E-2DB7-4F93-B0A6-C1DAE523AD66}" type="presParOf" srcId="{74083F96-2039-4102-A489-0729FC74B7BA}" destId="{F0C772B3-9072-4ED2-95EA-833CAA289CF5}" srcOrd="1" destOrd="0" presId="urn:microsoft.com/office/officeart/2005/8/layout/vList2"/>
    <dgm:cxn modelId="{3D7B24E0-F40C-4368-8571-8B8BE6EDEE30}" type="presParOf" srcId="{74083F96-2039-4102-A489-0729FC74B7BA}" destId="{925BC224-0458-4D0A-934F-AC7DFCE8A5F0}" srcOrd="2" destOrd="0" presId="urn:microsoft.com/office/officeart/2005/8/layout/vList2"/>
    <dgm:cxn modelId="{7C94D8A3-8DD7-499A-8AEC-6578E8993F0D}" type="presParOf" srcId="{74083F96-2039-4102-A489-0729FC74B7BA}" destId="{AD7D9FB8-B0D2-47A6-A79C-FBD1FC218D98}" srcOrd="3" destOrd="0" presId="urn:microsoft.com/office/officeart/2005/8/layout/vList2"/>
    <dgm:cxn modelId="{3F843C4E-F926-4794-AEF5-5BFC252D4E64}" type="presParOf" srcId="{74083F96-2039-4102-A489-0729FC74B7BA}" destId="{91501D1F-45CC-44F2-BBFE-E4F3C9A72371}" srcOrd="4" destOrd="0" presId="urn:microsoft.com/office/officeart/2005/8/layout/vList2"/>
    <dgm:cxn modelId="{5BBE4931-96F1-4C76-848E-93D854E5CF7D}" type="presParOf" srcId="{74083F96-2039-4102-A489-0729FC74B7BA}" destId="{2EE1D3D6-9BE8-4075-BC9B-472D507A31F9}" srcOrd="5" destOrd="0" presId="urn:microsoft.com/office/officeart/2005/8/layout/vList2"/>
    <dgm:cxn modelId="{1DB10FA7-C615-4E5C-BFCD-306C48224DB9}" type="presParOf" srcId="{74083F96-2039-4102-A489-0729FC74B7BA}" destId="{3A66AB8B-5A7E-4A71-A52A-16AE5D026CDA}" srcOrd="6" destOrd="0" presId="urn:microsoft.com/office/officeart/2005/8/layout/vList2"/>
    <dgm:cxn modelId="{18F46DB9-7B5E-4CE0-A0B7-6DE665D7FCC6}" type="presParOf" srcId="{74083F96-2039-4102-A489-0729FC74B7BA}" destId="{D05451DF-B0C4-411A-8E9D-1E2EE8D6162F}" srcOrd="7" destOrd="0" presId="urn:microsoft.com/office/officeart/2005/8/layout/vList2"/>
    <dgm:cxn modelId="{52335C32-9B5C-46D1-9E38-712CA467E0C4}" type="presParOf" srcId="{74083F96-2039-4102-A489-0729FC74B7BA}" destId="{4DBA1C80-8E4E-4009-87E5-68E55F8AC19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627F5D-1E04-491F-834A-DFB5C0E5EC5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CA566B0-3E5B-45EB-BF55-343AC0C1BE97}">
      <dgm:prSet/>
      <dgm:spPr/>
      <dgm:t>
        <a:bodyPr/>
        <a:lstStyle/>
        <a:p>
          <a:r>
            <a:rPr lang="en-US" b="1"/>
            <a:t>Created Endpoints:</a:t>
          </a:r>
          <a:endParaRPr lang="en-US"/>
        </a:p>
      </dgm:t>
    </dgm:pt>
    <dgm:pt modelId="{63D8AEEC-DFEE-4D37-AAF6-A56829B131B5}" type="parTrans" cxnId="{364202B7-F377-435B-8F41-33EF6941770B}">
      <dgm:prSet/>
      <dgm:spPr/>
      <dgm:t>
        <a:bodyPr/>
        <a:lstStyle/>
        <a:p>
          <a:endParaRPr lang="en-US"/>
        </a:p>
      </dgm:t>
    </dgm:pt>
    <dgm:pt modelId="{8D34BB76-2B33-474E-8E74-57040A41A3F9}" type="sibTrans" cxnId="{364202B7-F377-435B-8F41-33EF6941770B}">
      <dgm:prSet/>
      <dgm:spPr/>
      <dgm:t>
        <a:bodyPr/>
        <a:lstStyle/>
        <a:p>
          <a:endParaRPr lang="en-US"/>
        </a:p>
      </dgm:t>
    </dgm:pt>
    <dgm:pt modelId="{A2ACC818-685E-4F3C-9799-62F78FC4DDD6}">
      <dgm:prSet/>
      <dgm:spPr/>
      <dgm:t>
        <a:bodyPr/>
        <a:lstStyle/>
        <a:p>
          <a:r>
            <a:rPr lang="en-US"/>
            <a:t>/api/test/ – basic API check</a:t>
          </a:r>
        </a:p>
      </dgm:t>
    </dgm:pt>
    <dgm:pt modelId="{E9F06143-4748-455E-9F39-24628D04C493}" type="parTrans" cxnId="{C00BA6F6-71AF-41AB-9D20-F0D976F1B076}">
      <dgm:prSet/>
      <dgm:spPr/>
      <dgm:t>
        <a:bodyPr/>
        <a:lstStyle/>
        <a:p>
          <a:endParaRPr lang="en-US"/>
        </a:p>
      </dgm:t>
    </dgm:pt>
    <dgm:pt modelId="{A01601DF-7FD1-4FE6-ACBE-B9B4D84F39D9}" type="sibTrans" cxnId="{C00BA6F6-71AF-41AB-9D20-F0D976F1B076}">
      <dgm:prSet/>
      <dgm:spPr/>
      <dgm:t>
        <a:bodyPr/>
        <a:lstStyle/>
        <a:p>
          <a:endParaRPr lang="en-US"/>
        </a:p>
      </dgm:t>
    </dgm:pt>
    <dgm:pt modelId="{EA4C0E76-CF2A-44C0-876E-28EC0607EF05}">
      <dgm:prSet/>
      <dgm:spPr/>
      <dgm:t>
        <a:bodyPr/>
        <a:lstStyle/>
        <a:p>
          <a:r>
            <a:rPr lang="en-US"/>
            <a:t>/api/predict/&lt;store_id&gt;/&lt;item_id&gt;/ – single-day prediction</a:t>
          </a:r>
        </a:p>
      </dgm:t>
    </dgm:pt>
    <dgm:pt modelId="{47E094FC-E2F0-4713-8610-69AF3A514E2F}" type="parTrans" cxnId="{0702E528-7517-408F-A4C9-DF968A20F83E}">
      <dgm:prSet/>
      <dgm:spPr/>
      <dgm:t>
        <a:bodyPr/>
        <a:lstStyle/>
        <a:p>
          <a:endParaRPr lang="en-US"/>
        </a:p>
      </dgm:t>
    </dgm:pt>
    <dgm:pt modelId="{8B3B5B47-B776-40FE-B936-204865268038}" type="sibTrans" cxnId="{0702E528-7517-408F-A4C9-DF968A20F83E}">
      <dgm:prSet/>
      <dgm:spPr/>
      <dgm:t>
        <a:bodyPr/>
        <a:lstStyle/>
        <a:p>
          <a:endParaRPr lang="en-US"/>
        </a:p>
      </dgm:t>
    </dgm:pt>
    <dgm:pt modelId="{EDB37578-145D-4872-B996-2B55FA229C73}">
      <dgm:prSet/>
      <dgm:spPr/>
      <dgm:t>
        <a:bodyPr/>
        <a:lstStyle/>
        <a:p>
          <a:r>
            <a:rPr lang="en-US"/>
            <a:t>/predict-30/&lt;store_id&gt;/&lt;item_id&gt;/ – 30-day forecast</a:t>
          </a:r>
        </a:p>
      </dgm:t>
    </dgm:pt>
    <dgm:pt modelId="{CD30CAAF-981E-4668-A3DD-F79E53F71B07}" type="parTrans" cxnId="{B52B7752-D0DE-4215-9F2A-B56630247143}">
      <dgm:prSet/>
      <dgm:spPr/>
      <dgm:t>
        <a:bodyPr/>
        <a:lstStyle/>
        <a:p>
          <a:endParaRPr lang="en-US"/>
        </a:p>
      </dgm:t>
    </dgm:pt>
    <dgm:pt modelId="{0F56F915-2403-418A-B5A3-FC4AF612B8D0}" type="sibTrans" cxnId="{B52B7752-D0DE-4215-9F2A-B56630247143}">
      <dgm:prSet/>
      <dgm:spPr/>
      <dgm:t>
        <a:bodyPr/>
        <a:lstStyle/>
        <a:p>
          <a:endParaRPr lang="en-US"/>
        </a:p>
      </dgm:t>
    </dgm:pt>
    <dgm:pt modelId="{0334A6FC-7DB1-4F97-8C31-1E7BAF286770}">
      <dgm:prSet/>
      <dgm:spPr/>
      <dgm:t>
        <a:bodyPr/>
        <a:lstStyle/>
        <a:p>
          <a:r>
            <a:rPr lang="en-US" b="1"/>
            <a:t>Status:</a:t>
          </a:r>
          <a:endParaRPr lang="en-US"/>
        </a:p>
      </dgm:t>
    </dgm:pt>
    <dgm:pt modelId="{0EF926F5-57BE-4898-BDB2-F5A599D4DC31}" type="parTrans" cxnId="{6F788DEF-3A06-4561-97A5-2094BD1B7EBC}">
      <dgm:prSet/>
      <dgm:spPr/>
      <dgm:t>
        <a:bodyPr/>
        <a:lstStyle/>
        <a:p>
          <a:endParaRPr lang="en-US"/>
        </a:p>
      </dgm:t>
    </dgm:pt>
    <dgm:pt modelId="{35165BED-6938-4327-B04D-E527F1AEAE33}" type="sibTrans" cxnId="{6F788DEF-3A06-4561-97A5-2094BD1B7EBC}">
      <dgm:prSet/>
      <dgm:spPr/>
      <dgm:t>
        <a:bodyPr/>
        <a:lstStyle/>
        <a:p>
          <a:endParaRPr lang="en-US"/>
        </a:p>
      </dgm:t>
    </dgm:pt>
    <dgm:pt modelId="{9DFC5ACA-3276-4ECD-9190-5ECC49007B41}">
      <dgm:prSet/>
      <dgm:spPr/>
      <dgm:t>
        <a:bodyPr/>
        <a:lstStyle/>
        <a:p>
          <a:r>
            <a:rPr lang="en-US"/>
            <a:t>All endpoints tested</a:t>
          </a:r>
        </a:p>
      </dgm:t>
    </dgm:pt>
    <dgm:pt modelId="{8EF041D2-95DA-40B4-9E3E-568A60746211}" type="parTrans" cxnId="{8264CE46-02D6-44ED-A1AA-96D6D4F903ED}">
      <dgm:prSet/>
      <dgm:spPr/>
      <dgm:t>
        <a:bodyPr/>
        <a:lstStyle/>
        <a:p>
          <a:endParaRPr lang="en-US"/>
        </a:p>
      </dgm:t>
    </dgm:pt>
    <dgm:pt modelId="{F1F1F802-55A7-4370-8891-DCA53A46CB4F}" type="sibTrans" cxnId="{8264CE46-02D6-44ED-A1AA-96D6D4F903ED}">
      <dgm:prSet/>
      <dgm:spPr/>
      <dgm:t>
        <a:bodyPr/>
        <a:lstStyle/>
        <a:p>
          <a:endParaRPr lang="en-US"/>
        </a:p>
      </dgm:t>
    </dgm:pt>
    <dgm:pt modelId="{71F94B3E-61C9-42E5-ACCA-AB2A571D0A7F}">
      <dgm:prSet/>
      <dgm:spPr/>
      <dgm:t>
        <a:bodyPr/>
        <a:lstStyle/>
        <a:p>
          <a:r>
            <a:rPr lang="en-US"/>
            <a:t>JSON output verified</a:t>
          </a:r>
        </a:p>
      </dgm:t>
    </dgm:pt>
    <dgm:pt modelId="{3F8747F9-0D9D-4D18-860A-37A729F4ED4D}" type="parTrans" cxnId="{5827B240-1122-4EC4-A00F-DECE5DDFC5E9}">
      <dgm:prSet/>
      <dgm:spPr/>
      <dgm:t>
        <a:bodyPr/>
        <a:lstStyle/>
        <a:p>
          <a:endParaRPr lang="en-US"/>
        </a:p>
      </dgm:t>
    </dgm:pt>
    <dgm:pt modelId="{83173B46-BE5C-4A42-AC8E-6A41AFC639FC}" type="sibTrans" cxnId="{5827B240-1122-4EC4-A00F-DECE5DDFC5E9}">
      <dgm:prSet/>
      <dgm:spPr/>
      <dgm:t>
        <a:bodyPr/>
        <a:lstStyle/>
        <a:p>
          <a:endParaRPr lang="en-US"/>
        </a:p>
      </dgm:t>
    </dgm:pt>
    <dgm:pt modelId="{B4A7F96F-FDA3-4E91-B7C5-41C4D547AF90}">
      <dgm:prSet/>
      <dgm:spPr/>
      <dgm:t>
        <a:bodyPr/>
        <a:lstStyle/>
        <a:p>
          <a:r>
            <a:rPr lang="en-US"/>
            <a:t>Example result returned successfully</a:t>
          </a:r>
        </a:p>
      </dgm:t>
    </dgm:pt>
    <dgm:pt modelId="{CDDBC8E1-329C-42AC-A313-EECEC5865640}" type="parTrans" cxnId="{EE1FCE97-C706-468D-8409-EED7ED7F2982}">
      <dgm:prSet/>
      <dgm:spPr/>
      <dgm:t>
        <a:bodyPr/>
        <a:lstStyle/>
        <a:p>
          <a:endParaRPr lang="en-US"/>
        </a:p>
      </dgm:t>
    </dgm:pt>
    <dgm:pt modelId="{50CA9060-C7FA-46EB-9231-B5C7E00DCFE9}" type="sibTrans" cxnId="{EE1FCE97-C706-468D-8409-EED7ED7F2982}">
      <dgm:prSet/>
      <dgm:spPr/>
      <dgm:t>
        <a:bodyPr/>
        <a:lstStyle/>
        <a:p>
          <a:endParaRPr lang="en-US"/>
        </a:p>
      </dgm:t>
    </dgm:pt>
    <dgm:pt modelId="{0D3992C3-ED6B-423D-A019-0105DFF3295E}">
      <dgm:prSet/>
      <dgm:spPr/>
      <dgm:t>
        <a:bodyPr/>
        <a:lstStyle/>
        <a:p>
          <a:r>
            <a:rPr lang="en-US" b="1"/>
            <a:t>{</a:t>
          </a:r>
          <a:endParaRPr lang="en-US"/>
        </a:p>
      </dgm:t>
    </dgm:pt>
    <dgm:pt modelId="{A4009FF5-561F-4E93-9D9D-51EB2CC8CC09}" type="parTrans" cxnId="{E7A0A090-A7A4-48C6-990E-CF6652069C24}">
      <dgm:prSet/>
      <dgm:spPr/>
      <dgm:t>
        <a:bodyPr/>
        <a:lstStyle/>
        <a:p>
          <a:endParaRPr lang="en-US"/>
        </a:p>
      </dgm:t>
    </dgm:pt>
    <dgm:pt modelId="{FF2E7122-DB98-48A4-88E2-9968BCC80901}" type="sibTrans" cxnId="{E7A0A090-A7A4-48C6-990E-CF6652069C24}">
      <dgm:prSet/>
      <dgm:spPr/>
      <dgm:t>
        <a:bodyPr/>
        <a:lstStyle/>
        <a:p>
          <a:endParaRPr lang="en-US"/>
        </a:p>
      </dgm:t>
    </dgm:pt>
    <dgm:pt modelId="{894E2113-CC9F-47F7-B926-295CD29C0AC3}">
      <dgm:prSet/>
      <dgm:spPr/>
      <dgm:t>
        <a:bodyPr/>
        <a:lstStyle/>
        <a:p>
          <a:r>
            <a:rPr lang="en-US" b="1"/>
            <a:t>"store_id": 60,</a:t>
          </a:r>
          <a:endParaRPr lang="en-US"/>
        </a:p>
      </dgm:t>
    </dgm:pt>
    <dgm:pt modelId="{EBF3C70F-6CCE-4C2E-8B75-CEE7BE7D3CEA}" type="parTrans" cxnId="{10746228-E58A-4D4D-A475-593737AF7913}">
      <dgm:prSet/>
      <dgm:spPr/>
      <dgm:t>
        <a:bodyPr/>
        <a:lstStyle/>
        <a:p>
          <a:endParaRPr lang="en-US"/>
        </a:p>
      </dgm:t>
    </dgm:pt>
    <dgm:pt modelId="{99421F97-4141-4532-A5F0-B1F36074D8F2}" type="sibTrans" cxnId="{10746228-E58A-4D4D-A475-593737AF7913}">
      <dgm:prSet/>
      <dgm:spPr/>
      <dgm:t>
        <a:bodyPr/>
        <a:lstStyle/>
        <a:p>
          <a:endParaRPr lang="en-US"/>
        </a:p>
      </dgm:t>
    </dgm:pt>
    <dgm:pt modelId="{3BCC7A55-5465-48C8-BD4F-D56388E26BD3}">
      <dgm:prSet/>
      <dgm:spPr/>
      <dgm:t>
        <a:bodyPr/>
        <a:lstStyle/>
        <a:p>
          <a:r>
            <a:rPr lang="en-US" b="1"/>
            <a:t>"item_id": 75,</a:t>
          </a:r>
          <a:endParaRPr lang="en-US"/>
        </a:p>
      </dgm:t>
    </dgm:pt>
    <dgm:pt modelId="{772A3524-A692-4226-A75F-AE2784E36A84}" type="parTrans" cxnId="{6B017F6F-F1A1-43BD-8FDD-5B3B818E9D8F}">
      <dgm:prSet/>
      <dgm:spPr/>
      <dgm:t>
        <a:bodyPr/>
        <a:lstStyle/>
        <a:p>
          <a:endParaRPr lang="en-US"/>
        </a:p>
      </dgm:t>
    </dgm:pt>
    <dgm:pt modelId="{7C0D02E3-9CEE-4F06-8E5E-E9AE09B86485}" type="sibTrans" cxnId="{6B017F6F-F1A1-43BD-8FDD-5B3B818E9D8F}">
      <dgm:prSet/>
      <dgm:spPr/>
      <dgm:t>
        <a:bodyPr/>
        <a:lstStyle/>
        <a:p>
          <a:endParaRPr lang="en-US"/>
        </a:p>
      </dgm:t>
    </dgm:pt>
    <dgm:pt modelId="{502F83AC-5406-44E6-9357-59DA4A4ACDF1}">
      <dgm:prSet/>
      <dgm:spPr/>
      <dgm:t>
        <a:bodyPr/>
        <a:lstStyle/>
        <a:p>
          <a:r>
            <a:rPr lang="en-US" b="1"/>
            <a:t>"predicted_sales": 129.95</a:t>
          </a:r>
          <a:endParaRPr lang="en-US"/>
        </a:p>
      </dgm:t>
    </dgm:pt>
    <dgm:pt modelId="{34AAD5F6-122C-41D6-9B3D-D70A886D57C5}" type="parTrans" cxnId="{C81A2B2B-6840-49FA-9E6F-809D4CC68EF7}">
      <dgm:prSet/>
      <dgm:spPr/>
      <dgm:t>
        <a:bodyPr/>
        <a:lstStyle/>
        <a:p>
          <a:endParaRPr lang="en-US"/>
        </a:p>
      </dgm:t>
    </dgm:pt>
    <dgm:pt modelId="{C8356D30-9B28-4CD2-BF20-C5B48C671081}" type="sibTrans" cxnId="{C81A2B2B-6840-49FA-9E6F-809D4CC68EF7}">
      <dgm:prSet/>
      <dgm:spPr/>
      <dgm:t>
        <a:bodyPr/>
        <a:lstStyle/>
        <a:p>
          <a:endParaRPr lang="en-US"/>
        </a:p>
      </dgm:t>
    </dgm:pt>
    <dgm:pt modelId="{4B7F751E-E974-43DD-8E25-C21B02675109}">
      <dgm:prSet/>
      <dgm:spPr/>
      <dgm:t>
        <a:bodyPr/>
        <a:lstStyle/>
        <a:p>
          <a:r>
            <a:rPr lang="en-US" b="1"/>
            <a:t>}</a:t>
          </a:r>
          <a:endParaRPr lang="en-US"/>
        </a:p>
      </dgm:t>
    </dgm:pt>
    <dgm:pt modelId="{9FBBECE3-7ECE-484D-B019-1B3AF3AE47AB}" type="parTrans" cxnId="{EF260E4A-C622-4265-B016-5C8549DD621A}">
      <dgm:prSet/>
      <dgm:spPr/>
      <dgm:t>
        <a:bodyPr/>
        <a:lstStyle/>
        <a:p>
          <a:endParaRPr lang="en-US"/>
        </a:p>
      </dgm:t>
    </dgm:pt>
    <dgm:pt modelId="{8D2B044C-D4B2-48DE-A9A0-1F6DAEA4A22E}" type="sibTrans" cxnId="{EF260E4A-C622-4265-B016-5C8549DD621A}">
      <dgm:prSet/>
      <dgm:spPr/>
      <dgm:t>
        <a:bodyPr/>
        <a:lstStyle/>
        <a:p>
          <a:endParaRPr lang="en-US"/>
        </a:p>
      </dgm:t>
    </dgm:pt>
    <dgm:pt modelId="{C7231BC6-35D2-4F97-A9FA-20C6C99C662D}" type="pres">
      <dgm:prSet presAssocID="{6E627F5D-1E04-491F-834A-DFB5C0E5EC53}" presName="linear" presStyleCnt="0">
        <dgm:presLayoutVars>
          <dgm:dir/>
          <dgm:animLvl val="lvl"/>
          <dgm:resizeHandles val="exact"/>
        </dgm:presLayoutVars>
      </dgm:prSet>
      <dgm:spPr/>
    </dgm:pt>
    <dgm:pt modelId="{DCC0526A-2E50-4FAB-806A-2EA7C0C937FE}" type="pres">
      <dgm:prSet presAssocID="{DCA566B0-3E5B-45EB-BF55-343AC0C1BE97}" presName="parentLin" presStyleCnt="0"/>
      <dgm:spPr/>
    </dgm:pt>
    <dgm:pt modelId="{7066FC3F-A8BA-43D9-B3E3-7C7AC5D817BB}" type="pres">
      <dgm:prSet presAssocID="{DCA566B0-3E5B-45EB-BF55-343AC0C1BE97}" presName="parentLeftMargin" presStyleLbl="node1" presStyleIdx="0" presStyleCnt="7"/>
      <dgm:spPr/>
    </dgm:pt>
    <dgm:pt modelId="{F8B1BF85-F249-4D33-8ABA-1984991260B7}" type="pres">
      <dgm:prSet presAssocID="{DCA566B0-3E5B-45EB-BF55-343AC0C1BE9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347D5F02-2086-47AA-86DE-088067AE841C}" type="pres">
      <dgm:prSet presAssocID="{DCA566B0-3E5B-45EB-BF55-343AC0C1BE97}" presName="negativeSpace" presStyleCnt="0"/>
      <dgm:spPr/>
    </dgm:pt>
    <dgm:pt modelId="{42C8DD55-55C7-4071-8808-FE65BA6E6EF6}" type="pres">
      <dgm:prSet presAssocID="{DCA566B0-3E5B-45EB-BF55-343AC0C1BE97}" presName="childText" presStyleLbl="conFgAcc1" presStyleIdx="0" presStyleCnt="7">
        <dgm:presLayoutVars>
          <dgm:bulletEnabled val="1"/>
        </dgm:presLayoutVars>
      </dgm:prSet>
      <dgm:spPr/>
    </dgm:pt>
    <dgm:pt modelId="{11C795E9-C161-47D4-83D5-34BEBA4A552C}" type="pres">
      <dgm:prSet presAssocID="{8D34BB76-2B33-474E-8E74-57040A41A3F9}" presName="spaceBetweenRectangles" presStyleCnt="0"/>
      <dgm:spPr/>
    </dgm:pt>
    <dgm:pt modelId="{07283B39-51CE-4CCA-8981-B9920B1F116B}" type="pres">
      <dgm:prSet presAssocID="{0334A6FC-7DB1-4F97-8C31-1E7BAF286770}" presName="parentLin" presStyleCnt="0"/>
      <dgm:spPr/>
    </dgm:pt>
    <dgm:pt modelId="{F9B32F28-A7BE-43E0-9A53-50ADD528F7AE}" type="pres">
      <dgm:prSet presAssocID="{0334A6FC-7DB1-4F97-8C31-1E7BAF286770}" presName="parentLeftMargin" presStyleLbl="node1" presStyleIdx="0" presStyleCnt="7"/>
      <dgm:spPr/>
    </dgm:pt>
    <dgm:pt modelId="{3A3D85FF-1520-40EE-AC94-21C5B38010CF}" type="pres">
      <dgm:prSet presAssocID="{0334A6FC-7DB1-4F97-8C31-1E7BAF286770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C7113A6B-BBFA-4157-8422-3E568B62E176}" type="pres">
      <dgm:prSet presAssocID="{0334A6FC-7DB1-4F97-8C31-1E7BAF286770}" presName="negativeSpace" presStyleCnt="0"/>
      <dgm:spPr/>
    </dgm:pt>
    <dgm:pt modelId="{A197CAB7-911E-4F55-8DA2-1C0308B2B9E5}" type="pres">
      <dgm:prSet presAssocID="{0334A6FC-7DB1-4F97-8C31-1E7BAF286770}" presName="childText" presStyleLbl="conFgAcc1" presStyleIdx="1" presStyleCnt="7">
        <dgm:presLayoutVars>
          <dgm:bulletEnabled val="1"/>
        </dgm:presLayoutVars>
      </dgm:prSet>
      <dgm:spPr/>
    </dgm:pt>
    <dgm:pt modelId="{C1EE509C-6D4D-4B2B-9601-D4597A88485D}" type="pres">
      <dgm:prSet presAssocID="{35165BED-6938-4327-B04D-E527F1AEAE33}" presName="spaceBetweenRectangles" presStyleCnt="0"/>
      <dgm:spPr/>
    </dgm:pt>
    <dgm:pt modelId="{05223D43-614D-42DD-8C0B-74BAFBB97191}" type="pres">
      <dgm:prSet presAssocID="{0D3992C3-ED6B-423D-A019-0105DFF3295E}" presName="parentLin" presStyleCnt="0"/>
      <dgm:spPr/>
    </dgm:pt>
    <dgm:pt modelId="{40844950-8A3F-4DBA-B90A-B1722E16F653}" type="pres">
      <dgm:prSet presAssocID="{0D3992C3-ED6B-423D-A019-0105DFF3295E}" presName="parentLeftMargin" presStyleLbl="node1" presStyleIdx="1" presStyleCnt="7"/>
      <dgm:spPr/>
    </dgm:pt>
    <dgm:pt modelId="{89E7726E-542F-45B9-9EAA-E923A4EB8B22}" type="pres">
      <dgm:prSet presAssocID="{0D3992C3-ED6B-423D-A019-0105DFF3295E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E4683443-D445-4058-A720-54161E599CFD}" type="pres">
      <dgm:prSet presAssocID="{0D3992C3-ED6B-423D-A019-0105DFF3295E}" presName="negativeSpace" presStyleCnt="0"/>
      <dgm:spPr/>
    </dgm:pt>
    <dgm:pt modelId="{1E3A8410-7003-4528-9D47-CE1ACA4C5A1D}" type="pres">
      <dgm:prSet presAssocID="{0D3992C3-ED6B-423D-A019-0105DFF3295E}" presName="childText" presStyleLbl="conFgAcc1" presStyleIdx="2" presStyleCnt="7">
        <dgm:presLayoutVars>
          <dgm:bulletEnabled val="1"/>
        </dgm:presLayoutVars>
      </dgm:prSet>
      <dgm:spPr/>
    </dgm:pt>
    <dgm:pt modelId="{C4B08CED-8B07-481F-AACE-28F559457991}" type="pres">
      <dgm:prSet presAssocID="{FF2E7122-DB98-48A4-88E2-9968BCC80901}" presName="spaceBetweenRectangles" presStyleCnt="0"/>
      <dgm:spPr/>
    </dgm:pt>
    <dgm:pt modelId="{5887E242-67BC-4801-89DE-3A9D307D42AC}" type="pres">
      <dgm:prSet presAssocID="{894E2113-CC9F-47F7-B926-295CD29C0AC3}" presName="parentLin" presStyleCnt="0"/>
      <dgm:spPr/>
    </dgm:pt>
    <dgm:pt modelId="{26C2CDAE-DF2E-4DDB-872E-E6BB3B61BEB5}" type="pres">
      <dgm:prSet presAssocID="{894E2113-CC9F-47F7-B926-295CD29C0AC3}" presName="parentLeftMargin" presStyleLbl="node1" presStyleIdx="2" presStyleCnt="7"/>
      <dgm:spPr/>
    </dgm:pt>
    <dgm:pt modelId="{BA2F373B-938F-4439-BDB7-31719B199E26}" type="pres">
      <dgm:prSet presAssocID="{894E2113-CC9F-47F7-B926-295CD29C0AC3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4A050DE7-8C78-476A-B6E4-9D5A3A798658}" type="pres">
      <dgm:prSet presAssocID="{894E2113-CC9F-47F7-B926-295CD29C0AC3}" presName="negativeSpace" presStyleCnt="0"/>
      <dgm:spPr/>
    </dgm:pt>
    <dgm:pt modelId="{2051521D-ECDD-4C50-A767-6D54F1332FE2}" type="pres">
      <dgm:prSet presAssocID="{894E2113-CC9F-47F7-B926-295CD29C0AC3}" presName="childText" presStyleLbl="conFgAcc1" presStyleIdx="3" presStyleCnt="7">
        <dgm:presLayoutVars>
          <dgm:bulletEnabled val="1"/>
        </dgm:presLayoutVars>
      </dgm:prSet>
      <dgm:spPr/>
    </dgm:pt>
    <dgm:pt modelId="{27703EB0-CEEA-41E6-862D-F23DA430BA9D}" type="pres">
      <dgm:prSet presAssocID="{99421F97-4141-4532-A5F0-B1F36074D8F2}" presName="spaceBetweenRectangles" presStyleCnt="0"/>
      <dgm:spPr/>
    </dgm:pt>
    <dgm:pt modelId="{AAE7EB0B-6FD8-4323-9D6E-2CE7D92EEF1F}" type="pres">
      <dgm:prSet presAssocID="{3BCC7A55-5465-48C8-BD4F-D56388E26BD3}" presName="parentLin" presStyleCnt="0"/>
      <dgm:spPr/>
    </dgm:pt>
    <dgm:pt modelId="{1E93F9A6-0D82-4006-A21F-80086963917D}" type="pres">
      <dgm:prSet presAssocID="{3BCC7A55-5465-48C8-BD4F-D56388E26BD3}" presName="parentLeftMargin" presStyleLbl="node1" presStyleIdx="3" presStyleCnt="7"/>
      <dgm:spPr/>
    </dgm:pt>
    <dgm:pt modelId="{EC7BF119-F837-48FA-B3CE-E3AD39E17009}" type="pres">
      <dgm:prSet presAssocID="{3BCC7A55-5465-48C8-BD4F-D56388E26BD3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46285177-885F-4F45-B16F-47E3243F847C}" type="pres">
      <dgm:prSet presAssocID="{3BCC7A55-5465-48C8-BD4F-D56388E26BD3}" presName="negativeSpace" presStyleCnt="0"/>
      <dgm:spPr/>
    </dgm:pt>
    <dgm:pt modelId="{6D23D01D-9D9A-49F7-930E-4DDFB4599ABC}" type="pres">
      <dgm:prSet presAssocID="{3BCC7A55-5465-48C8-BD4F-D56388E26BD3}" presName="childText" presStyleLbl="conFgAcc1" presStyleIdx="4" presStyleCnt="7">
        <dgm:presLayoutVars>
          <dgm:bulletEnabled val="1"/>
        </dgm:presLayoutVars>
      </dgm:prSet>
      <dgm:spPr/>
    </dgm:pt>
    <dgm:pt modelId="{D5845FDA-3BC4-49D4-BDCC-AB244B1A5120}" type="pres">
      <dgm:prSet presAssocID="{7C0D02E3-9CEE-4F06-8E5E-E9AE09B86485}" presName="spaceBetweenRectangles" presStyleCnt="0"/>
      <dgm:spPr/>
    </dgm:pt>
    <dgm:pt modelId="{05EA0FD9-6C80-4F5B-9298-30888D2CDDE5}" type="pres">
      <dgm:prSet presAssocID="{502F83AC-5406-44E6-9357-59DA4A4ACDF1}" presName="parentLin" presStyleCnt="0"/>
      <dgm:spPr/>
    </dgm:pt>
    <dgm:pt modelId="{C2FDD0CE-F01C-4504-B2FD-9C025C683DEA}" type="pres">
      <dgm:prSet presAssocID="{502F83AC-5406-44E6-9357-59DA4A4ACDF1}" presName="parentLeftMargin" presStyleLbl="node1" presStyleIdx="4" presStyleCnt="7"/>
      <dgm:spPr/>
    </dgm:pt>
    <dgm:pt modelId="{78FDE360-2E65-42C0-B6B3-A16262026B10}" type="pres">
      <dgm:prSet presAssocID="{502F83AC-5406-44E6-9357-59DA4A4ACDF1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749A30AF-5C09-44CE-BCEE-D8F923A9693E}" type="pres">
      <dgm:prSet presAssocID="{502F83AC-5406-44E6-9357-59DA4A4ACDF1}" presName="negativeSpace" presStyleCnt="0"/>
      <dgm:spPr/>
    </dgm:pt>
    <dgm:pt modelId="{476DB87A-29A1-4E87-B4E6-5BBA62CB5D60}" type="pres">
      <dgm:prSet presAssocID="{502F83AC-5406-44E6-9357-59DA4A4ACDF1}" presName="childText" presStyleLbl="conFgAcc1" presStyleIdx="5" presStyleCnt="7">
        <dgm:presLayoutVars>
          <dgm:bulletEnabled val="1"/>
        </dgm:presLayoutVars>
      </dgm:prSet>
      <dgm:spPr/>
    </dgm:pt>
    <dgm:pt modelId="{1C45656B-6DC7-40A9-BADA-4172B3ED006C}" type="pres">
      <dgm:prSet presAssocID="{C8356D30-9B28-4CD2-BF20-C5B48C671081}" presName="spaceBetweenRectangles" presStyleCnt="0"/>
      <dgm:spPr/>
    </dgm:pt>
    <dgm:pt modelId="{2CFE9F04-D5C5-449B-A0D6-EC3B8D518C0D}" type="pres">
      <dgm:prSet presAssocID="{4B7F751E-E974-43DD-8E25-C21B02675109}" presName="parentLin" presStyleCnt="0"/>
      <dgm:spPr/>
    </dgm:pt>
    <dgm:pt modelId="{DDF318F3-8EBD-4A41-AE0B-AEDB9D30D747}" type="pres">
      <dgm:prSet presAssocID="{4B7F751E-E974-43DD-8E25-C21B02675109}" presName="parentLeftMargin" presStyleLbl="node1" presStyleIdx="5" presStyleCnt="7"/>
      <dgm:spPr/>
    </dgm:pt>
    <dgm:pt modelId="{969FCC33-40AC-40E2-B1CE-0575BA32B16F}" type="pres">
      <dgm:prSet presAssocID="{4B7F751E-E974-43DD-8E25-C21B02675109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6D77565D-DA0F-4A2D-A12C-91E70C49C28F}" type="pres">
      <dgm:prSet presAssocID="{4B7F751E-E974-43DD-8E25-C21B02675109}" presName="negativeSpace" presStyleCnt="0"/>
      <dgm:spPr/>
    </dgm:pt>
    <dgm:pt modelId="{F2D00C00-38CF-46E4-A792-28ECE111AF65}" type="pres">
      <dgm:prSet presAssocID="{4B7F751E-E974-43DD-8E25-C21B02675109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42EB1007-1DD6-4D8C-92BE-F30F1A555A55}" type="presOf" srcId="{0D3992C3-ED6B-423D-A019-0105DFF3295E}" destId="{40844950-8A3F-4DBA-B90A-B1722E16F653}" srcOrd="0" destOrd="0" presId="urn:microsoft.com/office/officeart/2005/8/layout/list1"/>
    <dgm:cxn modelId="{24292308-CCEA-4F8F-B6EB-78B0A921842C}" type="presOf" srcId="{6E627F5D-1E04-491F-834A-DFB5C0E5EC53}" destId="{C7231BC6-35D2-4F97-A9FA-20C6C99C662D}" srcOrd="0" destOrd="0" presId="urn:microsoft.com/office/officeart/2005/8/layout/list1"/>
    <dgm:cxn modelId="{565ED908-964E-4989-9CC5-A9463D634E55}" type="presOf" srcId="{4B7F751E-E974-43DD-8E25-C21B02675109}" destId="{969FCC33-40AC-40E2-B1CE-0575BA32B16F}" srcOrd="1" destOrd="0" presId="urn:microsoft.com/office/officeart/2005/8/layout/list1"/>
    <dgm:cxn modelId="{D5E0E513-4B9A-4C95-99A1-90842FF6DEDD}" type="presOf" srcId="{3BCC7A55-5465-48C8-BD4F-D56388E26BD3}" destId="{1E93F9A6-0D82-4006-A21F-80086963917D}" srcOrd="0" destOrd="0" presId="urn:microsoft.com/office/officeart/2005/8/layout/list1"/>
    <dgm:cxn modelId="{CE241A21-3C70-4BB0-B89E-DDC250E975F2}" type="presOf" srcId="{DCA566B0-3E5B-45EB-BF55-343AC0C1BE97}" destId="{F8B1BF85-F249-4D33-8ABA-1984991260B7}" srcOrd="1" destOrd="0" presId="urn:microsoft.com/office/officeart/2005/8/layout/list1"/>
    <dgm:cxn modelId="{10746228-E58A-4D4D-A475-593737AF7913}" srcId="{6E627F5D-1E04-491F-834A-DFB5C0E5EC53}" destId="{894E2113-CC9F-47F7-B926-295CD29C0AC3}" srcOrd="3" destOrd="0" parTransId="{EBF3C70F-6CCE-4C2E-8B75-CEE7BE7D3CEA}" sibTransId="{99421F97-4141-4532-A5F0-B1F36074D8F2}"/>
    <dgm:cxn modelId="{0702E528-7517-408F-A4C9-DF968A20F83E}" srcId="{DCA566B0-3E5B-45EB-BF55-343AC0C1BE97}" destId="{EA4C0E76-CF2A-44C0-876E-28EC0607EF05}" srcOrd="1" destOrd="0" parTransId="{47E094FC-E2F0-4713-8610-69AF3A514E2F}" sibTransId="{8B3B5B47-B776-40FE-B936-204865268038}"/>
    <dgm:cxn modelId="{C81A2B2B-6840-49FA-9E6F-809D4CC68EF7}" srcId="{6E627F5D-1E04-491F-834A-DFB5C0E5EC53}" destId="{502F83AC-5406-44E6-9357-59DA4A4ACDF1}" srcOrd="5" destOrd="0" parTransId="{34AAD5F6-122C-41D6-9B3D-D70A886D57C5}" sibTransId="{C8356D30-9B28-4CD2-BF20-C5B48C671081}"/>
    <dgm:cxn modelId="{69072840-5FB4-4A16-8277-16A1778D05A7}" type="presOf" srcId="{B4A7F96F-FDA3-4E91-B7C5-41C4D547AF90}" destId="{A197CAB7-911E-4F55-8DA2-1C0308B2B9E5}" srcOrd="0" destOrd="2" presId="urn:microsoft.com/office/officeart/2005/8/layout/list1"/>
    <dgm:cxn modelId="{5827B240-1122-4EC4-A00F-DECE5DDFC5E9}" srcId="{0334A6FC-7DB1-4F97-8C31-1E7BAF286770}" destId="{71F94B3E-61C9-42E5-ACCA-AB2A571D0A7F}" srcOrd="1" destOrd="0" parTransId="{3F8747F9-0D9D-4D18-860A-37A729F4ED4D}" sibTransId="{83173B46-BE5C-4A42-AC8E-6A41AFC639FC}"/>
    <dgm:cxn modelId="{BE44C965-9507-4F56-946C-47E255228573}" type="presOf" srcId="{A2ACC818-685E-4F3C-9799-62F78FC4DDD6}" destId="{42C8DD55-55C7-4071-8808-FE65BA6E6EF6}" srcOrd="0" destOrd="0" presId="urn:microsoft.com/office/officeart/2005/8/layout/list1"/>
    <dgm:cxn modelId="{8264CE46-02D6-44ED-A1AA-96D6D4F903ED}" srcId="{0334A6FC-7DB1-4F97-8C31-1E7BAF286770}" destId="{9DFC5ACA-3276-4ECD-9190-5ECC49007B41}" srcOrd="0" destOrd="0" parTransId="{8EF041D2-95DA-40B4-9E3E-568A60746211}" sibTransId="{F1F1F802-55A7-4370-8891-DCA53A46CB4F}"/>
    <dgm:cxn modelId="{EF260E4A-C622-4265-B016-5C8549DD621A}" srcId="{6E627F5D-1E04-491F-834A-DFB5C0E5EC53}" destId="{4B7F751E-E974-43DD-8E25-C21B02675109}" srcOrd="6" destOrd="0" parTransId="{9FBBECE3-7ECE-484D-B019-1B3AF3AE47AB}" sibTransId="{8D2B044C-D4B2-48DE-A9A0-1F6DAEA4A22E}"/>
    <dgm:cxn modelId="{360EF16B-2991-4049-9A98-DB14BC562705}" type="presOf" srcId="{894E2113-CC9F-47F7-B926-295CD29C0AC3}" destId="{26C2CDAE-DF2E-4DDB-872E-E6BB3B61BEB5}" srcOrd="0" destOrd="0" presId="urn:microsoft.com/office/officeart/2005/8/layout/list1"/>
    <dgm:cxn modelId="{2CB9544D-C65A-4559-B107-B9FDB31FBAEC}" type="presOf" srcId="{71F94B3E-61C9-42E5-ACCA-AB2A571D0A7F}" destId="{A197CAB7-911E-4F55-8DA2-1C0308B2B9E5}" srcOrd="0" destOrd="1" presId="urn:microsoft.com/office/officeart/2005/8/layout/list1"/>
    <dgm:cxn modelId="{6B017F6F-F1A1-43BD-8FDD-5B3B818E9D8F}" srcId="{6E627F5D-1E04-491F-834A-DFB5C0E5EC53}" destId="{3BCC7A55-5465-48C8-BD4F-D56388E26BD3}" srcOrd="4" destOrd="0" parTransId="{772A3524-A692-4226-A75F-AE2784E36A84}" sibTransId="{7C0D02E3-9CEE-4F06-8E5E-E9AE09B86485}"/>
    <dgm:cxn modelId="{9D912951-AA5C-492A-90A3-FA70CCC44D34}" type="presOf" srcId="{502F83AC-5406-44E6-9357-59DA4A4ACDF1}" destId="{C2FDD0CE-F01C-4504-B2FD-9C025C683DEA}" srcOrd="0" destOrd="0" presId="urn:microsoft.com/office/officeart/2005/8/layout/list1"/>
    <dgm:cxn modelId="{B52B7752-D0DE-4215-9F2A-B56630247143}" srcId="{DCA566B0-3E5B-45EB-BF55-343AC0C1BE97}" destId="{EDB37578-145D-4872-B996-2B55FA229C73}" srcOrd="2" destOrd="0" parTransId="{CD30CAAF-981E-4668-A3DD-F79E53F71B07}" sibTransId="{0F56F915-2403-418A-B5A3-FC4AF612B8D0}"/>
    <dgm:cxn modelId="{A816B379-9758-4C53-964B-F23B31C663EA}" type="presOf" srcId="{4B7F751E-E974-43DD-8E25-C21B02675109}" destId="{DDF318F3-8EBD-4A41-AE0B-AEDB9D30D747}" srcOrd="0" destOrd="0" presId="urn:microsoft.com/office/officeart/2005/8/layout/list1"/>
    <dgm:cxn modelId="{C280B480-B91D-48D8-96CC-D04D2D3AA780}" type="presOf" srcId="{502F83AC-5406-44E6-9357-59DA4A4ACDF1}" destId="{78FDE360-2E65-42C0-B6B3-A16262026B10}" srcOrd="1" destOrd="0" presId="urn:microsoft.com/office/officeart/2005/8/layout/list1"/>
    <dgm:cxn modelId="{882D598B-D0C1-4B33-A8D4-CFAC53736C84}" type="presOf" srcId="{EDB37578-145D-4872-B996-2B55FA229C73}" destId="{42C8DD55-55C7-4071-8808-FE65BA6E6EF6}" srcOrd="0" destOrd="2" presId="urn:microsoft.com/office/officeart/2005/8/layout/list1"/>
    <dgm:cxn modelId="{E7A0A090-A7A4-48C6-990E-CF6652069C24}" srcId="{6E627F5D-1E04-491F-834A-DFB5C0E5EC53}" destId="{0D3992C3-ED6B-423D-A019-0105DFF3295E}" srcOrd="2" destOrd="0" parTransId="{A4009FF5-561F-4E93-9D9D-51EB2CC8CC09}" sibTransId="{FF2E7122-DB98-48A4-88E2-9968BCC80901}"/>
    <dgm:cxn modelId="{EE1FCE97-C706-468D-8409-EED7ED7F2982}" srcId="{0334A6FC-7DB1-4F97-8C31-1E7BAF286770}" destId="{B4A7F96F-FDA3-4E91-B7C5-41C4D547AF90}" srcOrd="2" destOrd="0" parTransId="{CDDBC8E1-329C-42AC-A313-EECEC5865640}" sibTransId="{50CA9060-C7FA-46EB-9231-B5C7E00DCFE9}"/>
    <dgm:cxn modelId="{364202B7-F377-435B-8F41-33EF6941770B}" srcId="{6E627F5D-1E04-491F-834A-DFB5C0E5EC53}" destId="{DCA566B0-3E5B-45EB-BF55-343AC0C1BE97}" srcOrd="0" destOrd="0" parTransId="{63D8AEEC-DFEE-4D37-AAF6-A56829B131B5}" sibTransId="{8D34BB76-2B33-474E-8E74-57040A41A3F9}"/>
    <dgm:cxn modelId="{20D50CB8-14CC-4F43-B810-1BCEDC449549}" type="presOf" srcId="{3BCC7A55-5465-48C8-BD4F-D56388E26BD3}" destId="{EC7BF119-F837-48FA-B3CE-E3AD39E17009}" srcOrd="1" destOrd="0" presId="urn:microsoft.com/office/officeart/2005/8/layout/list1"/>
    <dgm:cxn modelId="{C755A2D6-3A67-4D54-BDD6-CD1958367FA5}" type="presOf" srcId="{DCA566B0-3E5B-45EB-BF55-343AC0C1BE97}" destId="{7066FC3F-A8BA-43D9-B3E3-7C7AC5D817BB}" srcOrd="0" destOrd="0" presId="urn:microsoft.com/office/officeart/2005/8/layout/list1"/>
    <dgm:cxn modelId="{92A724D8-17F3-4108-8C14-47193420F434}" type="presOf" srcId="{0D3992C3-ED6B-423D-A019-0105DFF3295E}" destId="{89E7726E-542F-45B9-9EAA-E923A4EB8B22}" srcOrd="1" destOrd="0" presId="urn:microsoft.com/office/officeart/2005/8/layout/list1"/>
    <dgm:cxn modelId="{A2C237E5-08DF-40A2-BF3C-B8BBA0C24237}" type="presOf" srcId="{894E2113-CC9F-47F7-B926-295CD29C0AC3}" destId="{BA2F373B-938F-4439-BDB7-31719B199E26}" srcOrd="1" destOrd="0" presId="urn:microsoft.com/office/officeart/2005/8/layout/list1"/>
    <dgm:cxn modelId="{AAFD6CE8-BBBD-4C72-BEE3-31BB78701F2C}" type="presOf" srcId="{0334A6FC-7DB1-4F97-8C31-1E7BAF286770}" destId="{F9B32F28-A7BE-43E0-9A53-50ADD528F7AE}" srcOrd="0" destOrd="0" presId="urn:microsoft.com/office/officeart/2005/8/layout/list1"/>
    <dgm:cxn modelId="{777CA6E8-287E-4563-AFC8-702270BA3F26}" type="presOf" srcId="{9DFC5ACA-3276-4ECD-9190-5ECC49007B41}" destId="{A197CAB7-911E-4F55-8DA2-1C0308B2B9E5}" srcOrd="0" destOrd="0" presId="urn:microsoft.com/office/officeart/2005/8/layout/list1"/>
    <dgm:cxn modelId="{6F788DEF-3A06-4561-97A5-2094BD1B7EBC}" srcId="{6E627F5D-1E04-491F-834A-DFB5C0E5EC53}" destId="{0334A6FC-7DB1-4F97-8C31-1E7BAF286770}" srcOrd="1" destOrd="0" parTransId="{0EF926F5-57BE-4898-BDB2-F5A599D4DC31}" sibTransId="{35165BED-6938-4327-B04D-E527F1AEAE33}"/>
    <dgm:cxn modelId="{CD6E98F3-F963-44D4-8DAD-14E41A5FB794}" type="presOf" srcId="{EA4C0E76-CF2A-44C0-876E-28EC0607EF05}" destId="{42C8DD55-55C7-4071-8808-FE65BA6E6EF6}" srcOrd="0" destOrd="1" presId="urn:microsoft.com/office/officeart/2005/8/layout/list1"/>
    <dgm:cxn modelId="{C326F4F3-151A-4B71-88D6-DFB79010CCF6}" type="presOf" srcId="{0334A6FC-7DB1-4F97-8C31-1E7BAF286770}" destId="{3A3D85FF-1520-40EE-AC94-21C5B38010CF}" srcOrd="1" destOrd="0" presId="urn:microsoft.com/office/officeart/2005/8/layout/list1"/>
    <dgm:cxn modelId="{C00BA6F6-71AF-41AB-9D20-F0D976F1B076}" srcId="{DCA566B0-3E5B-45EB-BF55-343AC0C1BE97}" destId="{A2ACC818-685E-4F3C-9799-62F78FC4DDD6}" srcOrd="0" destOrd="0" parTransId="{E9F06143-4748-455E-9F39-24628D04C493}" sibTransId="{A01601DF-7FD1-4FE6-ACBE-B9B4D84F39D9}"/>
    <dgm:cxn modelId="{00FD1A42-10E5-47B4-B39E-ECC41D45B66B}" type="presParOf" srcId="{C7231BC6-35D2-4F97-A9FA-20C6C99C662D}" destId="{DCC0526A-2E50-4FAB-806A-2EA7C0C937FE}" srcOrd="0" destOrd="0" presId="urn:microsoft.com/office/officeart/2005/8/layout/list1"/>
    <dgm:cxn modelId="{A7A5EA36-903D-40F8-BFD8-51F35A256659}" type="presParOf" srcId="{DCC0526A-2E50-4FAB-806A-2EA7C0C937FE}" destId="{7066FC3F-A8BA-43D9-B3E3-7C7AC5D817BB}" srcOrd="0" destOrd="0" presId="urn:microsoft.com/office/officeart/2005/8/layout/list1"/>
    <dgm:cxn modelId="{21196391-54A6-4F28-8010-3BDE7A901824}" type="presParOf" srcId="{DCC0526A-2E50-4FAB-806A-2EA7C0C937FE}" destId="{F8B1BF85-F249-4D33-8ABA-1984991260B7}" srcOrd="1" destOrd="0" presId="urn:microsoft.com/office/officeart/2005/8/layout/list1"/>
    <dgm:cxn modelId="{5DFBB0C6-084E-474F-8E51-7CC3E3796CB0}" type="presParOf" srcId="{C7231BC6-35D2-4F97-A9FA-20C6C99C662D}" destId="{347D5F02-2086-47AA-86DE-088067AE841C}" srcOrd="1" destOrd="0" presId="urn:microsoft.com/office/officeart/2005/8/layout/list1"/>
    <dgm:cxn modelId="{E2E65182-63A3-47B3-BD44-2DE6B01AB7F8}" type="presParOf" srcId="{C7231BC6-35D2-4F97-A9FA-20C6C99C662D}" destId="{42C8DD55-55C7-4071-8808-FE65BA6E6EF6}" srcOrd="2" destOrd="0" presId="urn:microsoft.com/office/officeart/2005/8/layout/list1"/>
    <dgm:cxn modelId="{E0EB6416-2D94-4524-9A08-0D73A745DD32}" type="presParOf" srcId="{C7231BC6-35D2-4F97-A9FA-20C6C99C662D}" destId="{11C795E9-C161-47D4-83D5-34BEBA4A552C}" srcOrd="3" destOrd="0" presId="urn:microsoft.com/office/officeart/2005/8/layout/list1"/>
    <dgm:cxn modelId="{73474805-6175-49BD-B5DA-DA4E76D7FBDD}" type="presParOf" srcId="{C7231BC6-35D2-4F97-A9FA-20C6C99C662D}" destId="{07283B39-51CE-4CCA-8981-B9920B1F116B}" srcOrd="4" destOrd="0" presId="urn:microsoft.com/office/officeart/2005/8/layout/list1"/>
    <dgm:cxn modelId="{0F785221-2275-42BB-8AE7-F96A30267920}" type="presParOf" srcId="{07283B39-51CE-4CCA-8981-B9920B1F116B}" destId="{F9B32F28-A7BE-43E0-9A53-50ADD528F7AE}" srcOrd="0" destOrd="0" presId="urn:microsoft.com/office/officeart/2005/8/layout/list1"/>
    <dgm:cxn modelId="{34AD9E3F-0093-45C2-BDD4-60D50312670E}" type="presParOf" srcId="{07283B39-51CE-4CCA-8981-B9920B1F116B}" destId="{3A3D85FF-1520-40EE-AC94-21C5B38010CF}" srcOrd="1" destOrd="0" presId="urn:microsoft.com/office/officeart/2005/8/layout/list1"/>
    <dgm:cxn modelId="{412571F0-0F62-4C2D-9F10-AA74355D617A}" type="presParOf" srcId="{C7231BC6-35D2-4F97-A9FA-20C6C99C662D}" destId="{C7113A6B-BBFA-4157-8422-3E568B62E176}" srcOrd="5" destOrd="0" presId="urn:microsoft.com/office/officeart/2005/8/layout/list1"/>
    <dgm:cxn modelId="{077FF772-93C2-4AFA-AFD4-07FF4F717CD7}" type="presParOf" srcId="{C7231BC6-35D2-4F97-A9FA-20C6C99C662D}" destId="{A197CAB7-911E-4F55-8DA2-1C0308B2B9E5}" srcOrd="6" destOrd="0" presId="urn:microsoft.com/office/officeart/2005/8/layout/list1"/>
    <dgm:cxn modelId="{70CA96D0-227B-4684-92F8-F65A3D3127DF}" type="presParOf" srcId="{C7231BC6-35D2-4F97-A9FA-20C6C99C662D}" destId="{C1EE509C-6D4D-4B2B-9601-D4597A88485D}" srcOrd="7" destOrd="0" presId="urn:microsoft.com/office/officeart/2005/8/layout/list1"/>
    <dgm:cxn modelId="{B3042EAC-871D-463F-8670-2678462D5584}" type="presParOf" srcId="{C7231BC6-35D2-4F97-A9FA-20C6C99C662D}" destId="{05223D43-614D-42DD-8C0B-74BAFBB97191}" srcOrd="8" destOrd="0" presId="urn:microsoft.com/office/officeart/2005/8/layout/list1"/>
    <dgm:cxn modelId="{93F83639-8D37-4ED8-9533-3600C615727D}" type="presParOf" srcId="{05223D43-614D-42DD-8C0B-74BAFBB97191}" destId="{40844950-8A3F-4DBA-B90A-B1722E16F653}" srcOrd="0" destOrd="0" presId="urn:microsoft.com/office/officeart/2005/8/layout/list1"/>
    <dgm:cxn modelId="{406070E6-412D-463D-B6D5-A2420A384914}" type="presParOf" srcId="{05223D43-614D-42DD-8C0B-74BAFBB97191}" destId="{89E7726E-542F-45B9-9EAA-E923A4EB8B22}" srcOrd="1" destOrd="0" presId="urn:microsoft.com/office/officeart/2005/8/layout/list1"/>
    <dgm:cxn modelId="{1D5F2895-D4D9-47A3-A674-AA8DCF45ABD0}" type="presParOf" srcId="{C7231BC6-35D2-4F97-A9FA-20C6C99C662D}" destId="{E4683443-D445-4058-A720-54161E599CFD}" srcOrd="9" destOrd="0" presId="urn:microsoft.com/office/officeart/2005/8/layout/list1"/>
    <dgm:cxn modelId="{19ECE972-6A1C-4751-B33F-EFB449087C0E}" type="presParOf" srcId="{C7231BC6-35D2-4F97-A9FA-20C6C99C662D}" destId="{1E3A8410-7003-4528-9D47-CE1ACA4C5A1D}" srcOrd="10" destOrd="0" presId="urn:microsoft.com/office/officeart/2005/8/layout/list1"/>
    <dgm:cxn modelId="{67FADB06-580F-44B3-ACB0-A734E10EFC6D}" type="presParOf" srcId="{C7231BC6-35D2-4F97-A9FA-20C6C99C662D}" destId="{C4B08CED-8B07-481F-AACE-28F559457991}" srcOrd="11" destOrd="0" presId="urn:microsoft.com/office/officeart/2005/8/layout/list1"/>
    <dgm:cxn modelId="{8A106A34-BA75-4EA4-880F-4E6CACD5C237}" type="presParOf" srcId="{C7231BC6-35D2-4F97-A9FA-20C6C99C662D}" destId="{5887E242-67BC-4801-89DE-3A9D307D42AC}" srcOrd="12" destOrd="0" presId="urn:microsoft.com/office/officeart/2005/8/layout/list1"/>
    <dgm:cxn modelId="{D525B4E9-88FF-40B7-91B8-19001C744078}" type="presParOf" srcId="{5887E242-67BC-4801-89DE-3A9D307D42AC}" destId="{26C2CDAE-DF2E-4DDB-872E-E6BB3B61BEB5}" srcOrd="0" destOrd="0" presId="urn:microsoft.com/office/officeart/2005/8/layout/list1"/>
    <dgm:cxn modelId="{287252C0-8F97-4CB9-BB61-48946AE674D1}" type="presParOf" srcId="{5887E242-67BC-4801-89DE-3A9D307D42AC}" destId="{BA2F373B-938F-4439-BDB7-31719B199E26}" srcOrd="1" destOrd="0" presId="urn:microsoft.com/office/officeart/2005/8/layout/list1"/>
    <dgm:cxn modelId="{754F4FE8-995C-4893-9C8E-3919B72A9E73}" type="presParOf" srcId="{C7231BC6-35D2-4F97-A9FA-20C6C99C662D}" destId="{4A050DE7-8C78-476A-B6E4-9D5A3A798658}" srcOrd="13" destOrd="0" presId="urn:microsoft.com/office/officeart/2005/8/layout/list1"/>
    <dgm:cxn modelId="{2A4CD241-2600-4281-B811-D1D2C065CCD7}" type="presParOf" srcId="{C7231BC6-35D2-4F97-A9FA-20C6C99C662D}" destId="{2051521D-ECDD-4C50-A767-6D54F1332FE2}" srcOrd="14" destOrd="0" presId="urn:microsoft.com/office/officeart/2005/8/layout/list1"/>
    <dgm:cxn modelId="{7CD86871-B449-4ACD-BB00-3B1EAD3E2E11}" type="presParOf" srcId="{C7231BC6-35D2-4F97-A9FA-20C6C99C662D}" destId="{27703EB0-CEEA-41E6-862D-F23DA430BA9D}" srcOrd="15" destOrd="0" presId="urn:microsoft.com/office/officeart/2005/8/layout/list1"/>
    <dgm:cxn modelId="{9CC43DEA-3122-4D32-A8A0-07AFCC5D9448}" type="presParOf" srcId="{C7231BC6-35D2-4F97-A9FA-20C6C99C662D}" destId="{AAE7EB0B-6FD8-4323-9D6E-2CE7D92EEF1F}" srcOrd="16" destOrd="0" presId="urn:microsoft.com/office/officeart/2005/8/layout/list1"/>
    <dgm:cxn modelId="{7B5755E8-D683-4D59-9696-C5E39D84019E}" type="presParOf" srcId="{AAE7EB0B-6FD8-4323-9D6E-2CE7D92EEF1F}" destId="{1E93F9A6-0D82-4006-A21F-80086963917D}" srcOrd="0" destOrd="0" presId="urn:microsoft.com/office/officeart/2005/8/layout/list1"/>
    <dgm:cxn modelId="{DE148AEC-67F6-45B9-8C02-564797A36732}" type="presParOf" srcId="{AAE7EB0B-6FD8-4323-9D6E-2CE7D92EEF1F}" destId="{EC7BF119-F837-48FA-B3CE-E3AD39E17009}" srcOrd="1" destOrd="0" presId="urn:microsoft.com/office/officeart/2005/8/layout/list1"/>
    <dgm:cxn modelId="{C017D83F-D272-49C5-BA28-14E1004858CF}" type="presParOf" srcId="{C7231BC6-35D2-4F97-A9FA-20C6C99C662D}" destId="{46285177-885F-4F45-B16F-47E3243F847C}" srcOrd="17" destOrd="0" presId="urn:microsoft.com/office/officeart/2005/8/layout/list1"/>
    <dgm:cxn modelId="{C7AB8654-4AA1-4689-80D4-239629B11C0B}" type="presParOf" srcId="{C7231BC6-35D2-4F97-A9FA-20C6C99C662D}" destId="{6D23D01D-9D9A-49F7-930E-4DDFB4599ABC}" srcOrd="18" destOrd="0" presId="urn:microsoft.com/office/officeart/2005/8/layout/list1"/>
    <dgm:cxn modelId="{5906F872-DB24-4685-B286-AEFB1A7C6C9A}" type="presParOf" srcId="{C7231BC6-35D2-4F97-A9FA-20C6C99C662D}" destId="{D5845FDA-3BC4-49D4-BDCC-AB244B1A5120}" srcOrd="19" destOrd="0" presId="urn:microsoft.com/office/officeart/2005/8/layout/list1"/>
    <dgm:cxn modelId="{EF7224DB-52AA-41F1-84FD-4E098702B7A1}" type="presParOf" srcId="{C7231BC6-35D2-4F97-A9FA-20C6C99C662D}" destId="{05EA0FD9-6C80-4F5B-9298-30888D2CDDE5}" srcOrd="20" destOrd="0" presId="urn:microsoft.com/office/officeart/2005/8/layout/list1"/>
    <dgm:cxn modelId="{0A8E2FF3-FBFD-4BF6-947C-087255C431C6}" type="presParOf" srcId="{05EA0FD9-6C80-4F5B-9298-30888D2CDDE5}" destId="{C2FDD0CE-F01C-4504-B2FD-9C025C683DEA}" srcOrd="0" destOrd="0" presId="urn:microsoft.com/office/officeart/2005/8/layout/list1"/>
    <dgm:cxn modelId="{CE6DF733-00CF-42DB-BA11-BFF55830EEF6}" type="presParOf" srcId="{05EA0FD9-6C80-4F5B-9298-30888D2CDDE5}" destId="{78FDE360-2E65-42C0-B6B3-A16262026B10}" srcOrd="1" destOrd="0" presId="urn:microsoft.com/office/officeart/2005/8/layout/list1"/>
    <dgm:cxn modelId="{2EF89054-8EC3-4A84-BB31-31A2E7C16E56}" type="presParOf" srcId="{C7231BC6-35D2-4F97-A9FA-20C6C99C662D}" destId="{749A30AF-5C09-44CE-BCEE-D8F923A9693E}" srcOrd="21" destOrd="0" presId="urn:microsoft.com/office/officeart/2005/8/layout/list1"/>
    <dgm:cxn modelId="{C5C7F955-BDD3-434A-8BB0-EA2A46EB157E}" type="presParOf" srcId="{C7231BC6-35D2-4F97-A9FA-20C6C99C662D}" destId="{476DB87A-29A1-4E87-B4E6-5BBA62CB5D60}" srcOrd="22" destOrd="0" presId="urn:microsoft.com/office/officeart/2005/8/layout/list1"/>
    <dgm:cxn modelId="{2A7A01EB-2C8C-4582-BA75-72434D51733C}" type="presParOf" srcId="{C7231BC6-35D2-4F97-A9FA-20C6C99C662D}" destId="{1C45656B-6DC7-40A9-BADA-4172B3ED006C}" srcOrd="23" destOrd="0" presId="urn:microsoft.com/office/officeart/2005/8/layout/list1"/>
    <dgm:cxn modelId="{8EBC1162-FD67-4BC1-93D0-82AD5C52AC20}" type="presParOf" srcId="{C7231BC6-35D2-4F97-A9FA-20C6C99C662D}" destId="{2CFE9F04-D5C5-449B-A0D6-EC3B8D518C0D}" srcOrd="24" destOrd="0" presId="urn:microsoft.com/office/officeart/2005/8/layout/list1"/>
    <dgm:cxn modelId="{F0981CE0-AE02-49FA-AD2B-71A79EEEA240}" type="presParOf" srcId="{2CFE9F04-D5C5-449B-A0D6-EC3B8D518C0D}" destId="{DDF318F3-8EBD-4A41-AE0B-AEDB9D30D747}" srcOrd="0" destOrd="0" presId="urn:microsoft.com/office/officeart/2005/8/layout/list1"/>
    <dgm:cxn modelId="{32CFBDAE-2E9D-4819-8161-E8D80F40B7E5}" type="presParOf" srcId="{2CFE9F04-D5C5-449B-A0D6-EC3B8D518C0D}" destId="{969FCC33-40AC-40E2-B1CE-0575BA32B16F}" srcOrd="1" destOrd="0" presId="urn:microsoft.com/office/officeart/2005/8/layout/list1"/>
    <dgm:cxn modelId="{F932734A-E05D-475A-BFC9-E51AF1221037}" type="presParOf" srcId="{C7231BC6-35D2-4F97-A9FA-20C6C99C662D}" destId="{6D77565D-DA0F-4A2D-A12C-91E70C49C28F}" srcOrd="25" destOrd="0" presId="urn:microsoft.com/office/officeart/2005/8/layout/list1"/>
    <dgm:cxn modelId="{33D14316-3A37-47A1-989F-778270E4DEE7}" type="presParOf" srcId="{C7231BC6-35D2-4F97-A9FA-20C6C99C662D}" destId="{F2D00C00-38CF-46E4-A792-28ECE111AF65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E3DC96-9CF9-4C91-B11D-A96CEEEB4B2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5233504-B564-417C-82A1-26CB465C438B}">
      <dgm:prSet/>
      <dgm:spPr/>
      <dgm:t>
        <a:bodyPr/>
        <a:lstStyle/>
        <a:p>
          <a:r>
            <a:rPr lang="en-US"/>
            <a:t>Model chosen: </a:t>
          </a:r>
          <a:r>
            <a:rPr lang="en-US" b="1"/>
            <a:t>XGBoost Regressor</a:t>
          </a:r>
          <a:endParaRPr lang="en-US"/>
        </a:p>
      </dgm:t>
    </dgm:pt>
    <dgm:pt modelId="{30C06A28-2EA2-455A-9026-60A99FE4A007}" type="parTrans" cxnId="{21B0D45D-A1FD-4510-96F2-76A9C1708369}">
      <dgm:prSet/>
      <dgm:spPr/>
      <dgm:t>
        <a:bodyPr/>
        <a:lstStyle/>
        <a:p>
          <a:endParaRPr lang="en-US"/>
        </a:p>
      </dgm:t>
    </dgm:pt>
    <dgm:pt modelId="{B37CC535-86E3-4C0A-99B2-42633A475997}" type="sibTrans" cxnId="{21B0D45D-A1FD-4510-96F2-76A9C1708369}">
      <dgm:prSet/>
      <dgm:spPr/>
      <dgm:t>
        <a:bodyPr/>
        <a:lstStyle/>
        <a:p>
          <a:endParaRPr lang="en-US"/>
        </a:p>
      </dgm:t>
    </dgm:pt>
    <dgm:pt modelId="{8D336C07-8966-404B-A744-6A47EB6AB159}">
      <dgm:prSet/>
      <dgm:spPr/>
      <dgm:t>
        <a:bodyPr/>
        <a:lstStyle/>
        <a:p>
          <a:r>
            <a:rPr lang="en-US"/>
            <a:t>Target variable: sales</a:t>
          </a:r>
        </a:p>
      </dgm:t>
    </dgm:pt>
    <dgm:pt modelId="{14137D97-7785-4BA3-B3F3-FD0BEEDE146D}" type="parTrans" cxnId="{1E506FFD-83A0-4BA3-AC55-C28E6DB69B5A}">
      <dgm:prSet/>
      <dgm:spPr/>
      <dgm:t>
        <a:bodyPr/>
        <a:lstStyle/>
        <a:p>
          <a:endParaRPr lang="en-US"/>
        </a:p>
      </dgm:t>
    </dgm:pt>
    <dgm:pt modelId="{517767E5-81D5-4FB2-BC2D-6C49B2B2EDE7}" type="sibTrans" cxnId="{1E506FFD-83A0-4BA3-AC55-C28E6DB69B5A}">
      <dgm:prSet/>
      <dgm:spPr/>
      <dgm:t>
        <a:bodyPr/>
        <a:lstStyle/>
        <a:p>
          <a:endParaRPr lang="en-US"/>
        </a:p>
      </dgm:t>
    </dgm:pt>
    <dgm:pt modelId="{BA84F039-A656-4AE9-954A-86E439AB81A4}">
      <dgm:prSet/>
      <dgm:spPr/>
      <dgm:t>
        <a:bodyPr/>
        <a:lstStyle/>
        <a:p>
          <a:r>
            <a:rPr lang="en-US"/>
            <a:t>Features used:</a:t>
          </a:r>
        </a:p>
      </dgm:t>
    </dgm:pt>
    <dgm:pt modelId="{4C5D5655-8AA6-4074-84BB-34BA0B0C80DF}" type="parTrans" cxnId="{8CE65D6C-AD0C-45B3-A2BD-A32F83492978}">
      <dgm:prSet/>
      <dgm:spPr/>
      <dgm:t>
        <a:bodyPr/>
        <a:lstStyle/>
        <a:p>
          <a:endParaRPr lang="en-US"/>
        </a:p>
      </dgm:t>
    </dgm:pt>
    <dgm:pt modelId="{FE3FBDE6-A937-4008-91ED-1D3F8DFB1CE6}" type="sibTrans" cxnId="{8CE65D6C-AD0C-45B3-A2BD-A32F83492978}">
      <dgm:prSet/>
      <dgm:spPr/>
      <dgm:t>
        <a:bodyPr/>
        <a:lstStyle/>
        <a:p>
          <a:endParaRPr lang="en-US"/>
        </a:p>
      </dgm:t>
    </dgm:pt>
    <dgm:pt modelId="{707876D7-4CDA-4C49-A9EA-243D190402EB}">
      <dgm:prSet/>
      <dgm:spPr/>
      <dgm:t>
        <a:bodyPr/>
        <a:lstStyle/>
        <a:p>
          <a:r>
            <a:rPr lang="en-US"/>
            <a:t>store_id, item_id</a:t>
          </a:r>
        </a:p>
      </dgm:t>
    </dgm:pt>
    <dgm:pt modelId="{DC9C1EF1-C2CA-4926-87AF-83D7BB6BE9A6}" type="parTrans" cxnId="{59D5EAEA-2817-44D8-B621-BAF9EF2C2355}">
      <dgm:prSet/>
      <dgm:spPr/>
      <dgm:t>
        <a:bodyPr/>
        <a:lstStyle/>
        <a:p>
          <a:endParaRPr lang="en-US"/>
        </a:p>
      </dgm:t>
    </dgm:pt>
    <dgm:pt modelId="{601ABE78-CAA6-4645-94D7-07F240610E91}" type="sibTrans" cxnId="{59D5EAEA-2817-44D8-B621-BAF9EF2C2355}">
      <dgm:prSet/>
      <dgm:spPr/>
      <dgm:t>
        <a:bodyPr/>
        <a:lstStyle/>
        <a:p>
          <a:endParaRPr lang="en-US"/>
        </a:p>
      </dgm:t>
    </dgm:pt>
    <dgm:pt modelId="{995F6FAA-542C-431F-BD8D-2296BC163066}">
      <dgm:prSet/>
      <dgm:spPr/>
      <dgm:t>
        <a:bodyPr/>
        <a:lstStyle/>
        <a:p>
          <a:r>
            <a:rPr lang="en-US"/>
            <a:t>price, onpromotion</a:t>
          </a:r>
        </a:p>
      </dgm:t>
    </dgm:pt>
    <dgm:pt modelId="{178B2DDC-FAF3-4065-B44D-90BD6C88A973}" type="parTrans" cxnId="{619AE8BE-98D1-48DD-8609-E0E5A126A0E4}">
      <dgm:prSet/>
      <dgm:spPr/>
      <dgm:t>
        <a:bodyPr/>
        <a:lstStyle/>
        <a:p>
          <a:endParaRPr lang="en-US"/>
        </a:p>
      </dgm:t>
    </dgm:pt>
    <dgm:pt modelId="{01E3EBDF-F8F8-4951-80E5-6B30F607274B}" type="sibTrans" cxnId="{619AE8BE-98D1-48DD-8609-E0E5A126A0E4}">
      <dgm:prSet/>
      <dgm:spPr/>
      <dgm:t>
        <a:bodyPr/>
        <a:lstStyle/>
        <a:p>
          <a:endParaRPr lang="en-US"/>
        </a:p>
      </dgm:t>
    </dgm:pt>
    <dgm:pt modelId="{312E5C0B-D0BB-4BD4-B251-84FB02DB069C}">
      <dgm:prSet/>
      <dgm:spPr/>
      <dgm:t>
        <a:bodyPr/>
        <a:lstStyle/>
        <a:p>
          <a:r>
            <a:rPr lang="en-US"/>
            <a:t>day, month, year</a:t>
          </a:r>
        </a:p>
      </dgm:t>
    </dgm:pt>
    <dgm:pt modelId="{4E102B71-4022-485D-A3E7-5C236BDC743E}" type="parTrans" cxnId="{0F848DE5-AA27-494D-B5B2-B98098818B56}">
      <dgm:prSet/>
      <dgm:spPr/>
      <dgm:t>
        <a:bodyPr/>
        <a:lstStyle/>
        <a:p>
          <a:endParaRPr lang="en-US"/>
        </a:p>
      </dgm:t>
    </dgm:pt>
    <dgm:pt modelId="{15B689BE-EE93-475E-ABE8-ECCC99CC78F6}" type="sibTrans" cxnId="{0F848DE5-AA27-494D-B5B2-B98098818B56}">
      <dgm:prSet/>
      <dgm:spPr/>
      <dgm:t>
        <a:bodyPr/>
        <a:lstStyle/>
        <a:p>
          <a:endParaRPr lang="en-US"/>
        </a:p>
      </dgm:t>
    </dgm:pt>
    <dgm:pt modelId="{1BED2FD4-C35B-42CE-B1B1-81C7BFC80663}">
      <dgm:prSet/>
      <dgm:spPr/>
      <dgm:t>
        <a:bodyPr/>
        <a:lstStyle/>
        <a:p>
          <a:r>
            <a:rPr lang="en-US"/>
            <a:t>lag features</a:t>
          </a:r>
        </a:p>
      </dgm:t>
    </dgm:pt>
    <dgm:pt modelId="{65A4B903-21BD-4445-88A3-29258552B9E0}" type="parTrans" cxnId="{60D4C736-CB3E-4A0D-8F7C-5EECB297733A}">
      <dgm:prSet/>
      <dgm:spPr/>
      <dgm:t>
        <a:bodyPr/>
        <a:lstStyle/>
        <a:p>
          <a:endParaRPr lang="en-US"/>
        </a:p>
      </dgm:t>
    </dgm:pt>
    <dgm:pt modelId="{5D834915-06BC-46B6-9F8A-4729D643E1D0}" type="sibTrans" cxnId="{60D4C736-CB3E-4A0D-8F7C-5EECB297733A}">
      <dgm:prSet/>
      <dgm:spPr/>
      <dgm:t>
        <a:bodyPr/>
        <a:lstStyle/>
        <a:p>
          <a:endParaRPr lang="en-US"/>
        </a:p>
      </dgm:t>
    </dgm:pt>
    <dgm:pt modelId="{C4276B41-D6B4-48C6-A0D9-90C8A9DBC16B}">
      <dgm:prSet/>
      <dgm:spPr/>
      <dgm:t>
        <a:bodyPr/>
        <a:lstStyle/>
        <a:p>
          <a:r>
            <a:rPr lang="en-US"/>
            <a:t>Achieved stable validation results</a:t>
          </a:r>
        </a:p>
      </dgm:t>
    </dgm:pt>
    <dgm:pt modelId="{A7D698D4-038F-420F-9157-EA8429DA04B4}" type="parTrans" cxnId="{66D9A328-0B5F-43FF-8A90-2EB8BFBFC192}">
      <dgm:prSet/>
      <dgm:spPr/>
      <dgm:t>
        <a:bodyPr/>
        <a:lstStyle/>
        <a:p>
          <a:endParaRPr lang="en-US"/>
        </a:p>
      </dgm:t>
    </dgm:pt>
    <dgm:pt modelId="{22843869-F41A-411B-BD14-9C1514B8BDCE}" type="sibTrans" cxnId="{66D9A328-0B5F-43FF-8A90-2EB8BFBFC192}">
      <dgm:prSet/>
      <dgm:spPr/>
      <dgm:t>
        <a:bodyPr/>
        <a:lstStyle/>
        <a:p>
          <a:endParaRPr lang="en-US"/>
        </a:p>
      </dgm:t>
    </dgm:pt>
    <dgm:pt modelId="{D5B326DD-4902-406E-9333-441FC9D5E383}">
      <dgm:prSet/>
      <dgm:spPr/>
      <dgm:t>
        <a:bodyPr/>
        <a:lstStyle/>
        <a:p>
          <a:r>
            <a:rPr lang="en-US"/>
            <a:t>Forecast for 30 days generated</a:t>
          </a:r>
        </a:p>
      </dgm:t>
    </dgm:pt>
    <dgm:pt modelId="{7E12FC23-60C5-48B7-A539-8CBA45219A8E}" type="parTrans" cxnId="{3D820BB6-0634-4C2A-82E1-C566688EEFE5}">
      <dgm:prSet/>
      <dgm:spPr/>
      <dgm:t>
        <a:bodyPr/>
        <a:lstStyle/>
        <a:p>
          <a:endParaRPr lang="en-US"/>
        </a:p>
      </dgm:t>
    </dgm:pt>
    <dgm:pt modelId="{8E65AC0B-E3DE-4543-887F-364383A6878D}" type="sibTrans" cxnId="{3D820BB6-0634-4C2A-82E1-C566688EEFE5}">
      <dgm:prSet/>
      <dgm:spPr/>
      <dgm:t>
        <a:bodyPr/>
        <a:lstStyle/>
        <a:p>
          <a:endParaRPr lang="en-US"/>
        </a:p>
      </dgm:t>
    </dgm:pt>
    <dgm:pt modelId="{91FB0DD6-C13A-4F28-BD30-9084D85F8A1C}" type="pres">
      <dgm:prSet presAssocID="{DCE3DC96-9CF9-4C91-B11D-A96CEEEB4B2B}" presName="linear" presStyleCnt="0">
        <dgm:presLayoutVars>
          <dgm:animLvl val="lvl"/>
          <dgm:resizeHandles val="exact"/>
        </dgm:presLayoutVars>
      </dgm:prSet>
      <dgm:spPr/>
    </dgm:pt>
    <dgm:pt modelId="{6DEB74FD-FC06-459E-9D57-7D2FFD7884D6}" type="pres">
      <dgm:prSet presAssocID="{45233504-B564-417C-82A1-26CB465C438B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5FA775CD-2F06-441B-BDC4-C1FF9C138199}" type="pres">
      <dgm:prSet presAssocID="{B37CC535-86E3-4C0A-99B2-42633A475997}" presName="spacer" presStyleCnt="0"/>
      <dgm:spPr/>
    </dgm:pt>
    <dgm:pt modelId="{49D38CDB-66AF-4C5C-95D9-D20E0B15C08E}" type="pres">
      <dgm:prSet presAssocID="{8D336C07-8966-404B-A744-6A47EB6AB159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15C7785B-A6EA-4914-8853-A3E00EC7F298}" type="pres">
      <dgm:prSet presAssocID="{517767E5-81D5-4FB2-BC2D-6C49B2B2EDE7}" presName="spacer" presStyleCnt="0"/>
      <dgm:spPr/>
    </dgm:pt>
    <dgm:pt modelId="{4AEB056F-63E4-435C-99BD-55DA1ED2F75A}" type="pres">
      <dgm:prSet presAssocID="{BA84F039-A656-4AE9-954A-86E439AB81A4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95914DCC-2912-4DB9-9D04-704D2463A44A}" type="pres">
      <dgm:prSet presAssocID="{FE3FBDE6-A937-4008-91ED-1D3F8DFB1CE6}" presName="spacer" presStyleCnt="0"/>
      <dgm:spPr/>
    </dgm:pt>
    <dgm:pt modelId="{F8C89C69-4C3D-4963-BE82-B01DC15F330F}" type="pres">
      <dgm:prSet presAssocID="{707876D7-4CDA-4C49-A9EA-243D190402EB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73C8B35C-F1A6-4514-8D93-2019034C1557}" type="pres">
      <dgm:prSet presAssocID="{601ABE78-CAA6-4645-94D7-07F240610E91}" presName="spacer" presStyleCnt="0"/>
      <dgm:spPr/>
    </dgm:pt>
    <dgm:pt modelId="{B1435FBE-2F5F-4D73-B8C0-E49545C96326}" type="pres">
      <dgm:prSet presAssocID="{995F6FAA-542C-431F-BD8D-2296BC163066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F25D3C42-E1DC-4C1E-9BB8-69E25324FB50}" type="pres">
      <dgm:prSet presAssocID="{01E3EBDF-F8F8-4951-80E5-6B30F607274B}" presName="spacer" presStyleCnt="0"/>
      <dgm:spPr/>
    </dgm:pt>
    <dgm:pt modelId="{37E758AD-8F9F-418E-8C57-5A4CC4A3D5BB}" type="pres">
      <dgm:prSet presAssocID="{312E5C0B-D0BB-4BD4-B251-84FB02DB069C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500BDE1B-55E2-4DA2-9B97-3A25067A8B7E}" type="pres">
      <dgm:prSet presAssocID="{15B689BE-EE93-475E-ABE8-ECCC99CC78F6}" presName="spacer" presStyleCnt="0"/>
      <dgm:spPr/>
    </dgm:pt>
    <dgm:pt modelId="{369BB7DE-89AC-4421-9A81-C4E0C4EE15D8}" type="pres">
      <dgm:prSet presAssocID="{1BED2FD4-C35B-42CE-B1B1-81C7BFC80663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33EA431A-EEC4-477D-B0E6-5BACBA9E999A}" type="pres">
      <dgm:prSet presAssocID="{5D834915-06BC-46B6-9F8A-4729D643E1D0}" presName="spacer" presStyleCnt="0"/>
      <dgm:spPr/>
    </dgm:pt>
    <dgm:pt modelId="{952345BD-57B0-4240-993E-E6B0F18BC9B6}" type="pres">
      <dgm:prSet presAssocID="{C4276B41-D6B4-48C6-A0D9-90C8A9DBC16B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ADE1E89F-EC70-4C20-9321-DC48868B991F}" type="pres">
      <dgm:prSet presAssocID="{22843869-F41A-411B-BD14-9C1514B8BDCE}" presName="spacer" presStyleCnt="0"/>
      <dgm:spPr/>
    </dgm:pt>
    <dgm:pt modelId="{EBC4EF3A-D2C9-4F26-98A5-C5ABF0F69CBC}" type="pres">
      <dgm:prSet presAssocID="{D5B326DD-4902-406E-9333-441FC9D5E383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D58A580C-B70D-44C8-B311-ABC12BC46B95}" type="presOf" srcId="{45233504-B564-417C-82A1-26CB465C438B}" destId="{6DEB74FD-FC06-459E-9D57-7D2FFD7884D6}" srcOrd="0" destOrd="0" presId="urn:microsoft.com/office/officeart/2005/8/layout/vList2"/>
    <dgm:cxn modelId="{66D9A328-0B5F-43FF-8A90-2EB8BFBFC192}" srcId="{DCE3DC96-9CF9-4C91-B11D-A96CEEEB4B2B}" destId="{C4276B41-D6B4-48C6-A0D9-90C8A9DBC16B}" srcOrd="7" destOrd="0" parTransId="{A7D698D4-038F-420F-9157-EA8429DA04B4}" sibTransId="{22843869-F41A-411B-BD14-9C1514B8BDCE}"/>
    <dgm:cxn modelId="{5A3E4530-E59E-4F54-B42B-EBBE179496F0}" type="presOf" srcId="{312E5C0B-D0BB-4BD4-B251-84FB02DB069C}" destId="{37E758AD-8F9F-418E-8C57-5A4CC4A3D5BB}" srcOrd="0" destOrd="0" presId="urn:microsoft.com/office/officeart/2005/8/layout/vList2"/>
    <dgm:cxn modelId="{F6DBA130-1071-4103-BCB7-7B76393B8578}" type="presOf" srcId="{1BED2FD4-C35B-42CE-B1B1-81C7BFC80663}" destId="{369BB7DE-89AC-4421-9A81-C4E0C4EE15D8}" srcOrd="0" destOrd="0" presId="urn:microsoft.com/office/officeart/2005/8/layout/vList2"/>
    <dgm:cxn modelId="{60D4C736-CB3E-4A0D-8F7C-5EECB297733A}" srcId="{DCE3DC96-9CF9-4C91-B11D-A96CEEEB4B2B}" destId="{1BED2FD4-C35B-42CE-B1B1-81C7BFC80663}" srcOrd="6" destOrd="0" parTransId="{65A4B903-21BD-4445-88A3-29258552B9E0}" sibTransId="{5D834915-06BC-46B6-9F8A-4729D643E1D0}"/>
    <dgm:cxn modelId="{9BCA975B-E88B-4157-8D65-FA8B22080CE6}" type="presOf" srcId="{995F6FAA-542C-431F-BD8D-2296BC163066}" destId="{B1435FBE-2F5F-4D73-B8C0-E49545C96326}" srcOrd="0" destOrd="0" presId="urn:microsoft.com/office/officeart/2005/8/layout/vList2"/>
    <dgm:cxn modelId="{21B0D45D-A1FD-4510-96F2-76A9C1708369}" srcId="{DCE3DC96-9CF9-4C91-B11D-A96CEEEB4B2B}" destId="{45233504-B564-417C-82A1-26CB465C438B}" srcOrd="0" destOrd="0" parTransId="{30C06A28-2EA2-455A-9026-60A99FE4A007}" sibTransId="{B37CC535-86E3-4C0A-99B2-42633A475997}"/>
    <dgm:cxn modelId="{E67C845F-1B56-4B07-B93D-670D8C94B161}" type="presOf" srcId="{BA84F039-A656-4AE9-954A-86E439AB81A4}" destId="{4AEB056F-63E4-435C-99BD-55DA1ED2F75A}" srcOrd="0" destOrd="0" presId="urn:microsoft.com/office/officeart/2005/8/layout/vList2"/>
    <dgm:cxn modelId="{B6EC2B67-2708-4956-9FA8-36606B69A930}" type="presOf" srcId="{D5B326DD-4902-406E-9333-441FC9D5E383}" destId="{EBC4EF3A-D2C9-4F26-98A5-C5ABF0F69CBC}" srcOrd="0" destOrd="0" presId="urn:microsoft.com/office/officeart/2005/8/layout/vList2"/>
    <dgm:cxn modelId="{8CE65D6C-AD0C-45B3-A2BD-A32F83492978}" srcId="{DCE3DC96-9CF9-4C91-B11D-A96CEEEB4B2B}" destId="{BA84F039-A656-4AE9-954A-86E439AB81A4}" srcOrd="2" destOrd="0" parTransId="{4C5D5655-8AA6-4074-84BB-34BA0B0C80DF}" sibTransId="{FE3FBDE6-A937-4008-91ED-1D3F8DFB1CE6}"/>
    <dgm:cxn modelId="{5F1E7F4D-D28B-4C0D-B4D6-070A544A9051}" type="presOf" srcId="{C4276B41-D6B4-48C6-A0D9-90C8A9DBC16B}" destId="{952345BD-57B0-4240-993E-E6B0F18BC9B6}" srcOrd="0" destOrd="0" presId="urn:microsoft.com/office/officeart/2005/8/layout/vList2"/>
    <dgm:cxn modelId="{7FBFAD6E-A916-4E9A-9C30-0C7B06C8C147}" type="presOf" srcId="{DCE3DC96-9CF9-4C91-B11D-A96CEEEB4B2B}" destId="{91FB0DD6-C13A-4F28-BD30-9084D85F8A1C}" srcOrd="0" destOrd="0" presId="urn:microsoft.com/office/officeart/2005/8/layout/vList2"/>
    <dgm:cxn modelId="{C4487170-0B56-4545-BAEB-33F5D5222AD6}" type="presOf" srcId="{8D336C07-8966-404B-A744-6A47EB6AB159}" destId="{49D38CDB-66AF-4C5C-95D9-D20E0B15C08E}" srcOrd="0" destOrd="0" presId="urn:microsoft.com/office/officeart/2005/8/layout/vList2"/>
    <dgm:cxn modelId="{3CC3B98F-90D5-47F5-863E-FB43B6BE743C}" type="presOf" srcId="{707876D7-4CDA-4C49-A9EA-243D190402EB}" destId="{F8C89C69-4C3D-4963-BE82-B01DC15F330F}" srcOrd="0" destOrd="0" presId="urn:microsoft.com/office/officeart/2005/8/layout/vList2"/>
    <dgm:cxn modelId="{3D820BB6-0634-4C2A-82E1-C566688EEFE5}" srcId="{DCE3DC96-9CF9-4C91-B11D-A96CEEEB4B2B}" destId="{D5B326DD-4902-406E-9333-441FC9D5E383}" srcOrd="8" destOrd="0" parTransId="{7E12FC23-60C5-48B7-A539-8CBA45219A8E}" sibTransId="{8E65AC0B-E3DE-4543-887F-364383A6878D}"/>
    <dgm:cxn modelId="{619AE8BE-98D1-48DD-8609-E0E5A126A0E4}" srcId="{DCE3DC96-9CF9-4C91-B11D-A96CEEEB4B2B}" destId="{995F6FAA-542C-431F-BD8D-2296BC163066}" srcOrd="4" destOrd="0" parTransId="{178B2DDC-FAF3-4065-B44D-90BD6C88A973}" sibTransId="{01E3EBDF-F8F8-4951-80E5-6B30F607274B}"/>
    <dgm:cxn modelId="{0F848DE5-AA27-494D-B5B2-B98098818B56}" srcId="{DCE3DC96-9CF9-4C91-B11D-A96CEEEB4B2B}" destId="{312E5C0B-D0BB-4BD4-B251-84FB02DB069C}" srcOrd="5" destOrd="0" parTransId="{4E102B71-4022-485D-A3E7-5C236BDC743E}" sibTransId="{15B689BE-EE93-475E-ABE8-ECCC99CC78F6}"/>
    <dgm:cxn modelId="{59D5EAEA-2817-44D8-B621-BAF9EF2C2355}" srcId="{DCE3DC96-9CF9-4C91-B11D-A96CEEEB4B2B}" destId="{707876D7-4CDA-4C49-A9EA-243D190402EB}" srcOrd="3" destOrd="0" parTransId="{DC9C1EF1-C2CA-4926-87AF-83D7BB6BE9A6}" sibTransId="{601ABE78-CAA6-4645-94D7-07F240610E91}"/>
    <dgm:cxn modelId="{1E506FFD-83A0-4BA3-AC55-C28E6DB69B5A}" srcId="{DCE3DC96-9CF9-4C91-B11D-A96CEEEB4B2B}" destId="{8D336C07-8966-404B-A744-6A47EB6AB159}" srcOrd="1" destOrd="0" parTransId="{14137D97-7785-4BA3-B3F3-FD0BEEDE146D}" sibTransId="{517767E5-81D5-4FB2-BC2D-6C49B2B2EDE7}"/>
    <dgm:cxn modelId="{F30B7F85-F9C3-425D-8902-EC9674694BC5}" type="presParOf" srcId="{91FB0DD6-C13A-4F28-BD30-9084D85F8A1C}" destId="{6DEB74FD-FC06-459E-9D57-7D2FFD7884D6}" srcOrd="0" destOrd="0" presId="urn:microsoft.com/office/officeart/2005/8/layout/vList2"/>
    <dgm:cxn modelId="{5DD83B22-B648-4ACF-BD4F-8A10737E8B38}" type="presParOf" srcId="{91FB0DD6-C13A-4F28-BD30-9084D85F8A1C}" destId="{5FA775CD-2F06-441B-BDC4-C1FF9C138199}" srcOrd="1" destOrd="0" presId="urn:microsoft.com/office/officeart/2005/8/layout/vList2"/>
    <dgm:cxn modelId="{605D76CF-6C9D-4D79-AF20-B781DD580A0F}" type="presParOf" srcId="{91FB0DD6-C13A-4F28-BD30-9084D85F8A1C}" destId="{49D38CDB-66AF-4C5C-95D9-D20E0B15C08E}" srcOrd="2" destOrd="0" presId="urn:microsoft.com/office/officeart/2005/8/layout/vList2"/>
    <dgm:cxn modelId="{77050EBE-A511-49C3-8AB9-A79C2A7E9B0D}" type="presParOf" srcId="{91FB0DD6-C13A-4F28-BD30-9084D85F8A1C}" destId="{15C7785B-A6EA-4914-8853-A3E00EC7F298}" srcOrd="3" destOrd="0" presId="urn:microsoft.com/office/officeart/2005/8/layout/vList2"/>
    <dgm:cxn modelId="{635D9D13-9D69-4C37-AD36-B452F7EC237F}" type="presParOf" srcId="{91FB0DD6-C13A-4F28-BD30-9084D85F8A1C}" destId="{4AEB056F-63E4-435C-99BD-55DA1ED2F75A}" srcOrd="4" destOrd="0" presId="urn:microsoft.com/office/officeart/2005/8/layout/vList2"/>
    <dgm:cxn modelId="{4D7EBA5F-F79E-4845-9582-96C27318A953}" type="presParOf" srcId="{91FB0DD6-C13A-4F28-BD30-9084D85F8A1C}" destId="{95914DCC-2912-4DB9-9D04-704D2463A44A}" srcOrd="5" destOrd="0" presId="urn:microsoft.com/office/officeart/2005/8/layout/vList2"/>
    <dgm:cxn modelId="{D71F2813-25DF-4564-9176-9237A27E9FB2}" type="presParOf" srcId="{91FB0DD6-C13A-4F28-BD30-9084D85F8A1C}" destId="{F8C89C69-4C3D-4963-BE82-B01DC15F330F}" srcOrd="6" destOrd="0" presId="urn:microsoft.com/office/officeart/2005/8/layout/vList2"/>
    <dgm:cxn modelId="{0F4E0C0E-CF71-47E1-95B7-995075408135}" type="presParOf" srcId="{91FB0DD6-C13A-4F28-BD30-9084D85F8A1C}" destId="{73C8B35C-F1A6-4514-8D93-2019034C1557}" srcOrd="7" destOrd="0" presId="urn:microsoft.com/office/officeart/2005/8/layout/vList2"/>
    <dgm:cxn modelId="{402C6D1B-B0EF-41E2-8D23-0003EDBC8A48}" type="presParOf" srcId="{91FB0DD6-C13A-4F28-BD30-9084D85F8A1C}" destId="{B1435FBE-2F5F-4D73-B8C0-E49545C96326}" srcOrd="8" destOrd="0" presId="urn:microsoft.com/office/officeart/2005/8/layout/vList2"/>
    <dgm:cxn modelId="{8A73C54D-0B87-421F-AD1C-BAFC0340EAA1}" type="presParOf" srcId="{91FB0DD6-C13A-4F28-BD30-9084D85F8A1C}" destId="{F25D3C42-E1DC-4C1E-9BB8-69E25324FB50}" srcOrd="9" destOrd="0" presId="urn:microsoft.com/office/officeart/2005/8/layout/vList2"/>
    <dgm:cxn modelId="{8ACC77FE-4972-43B8-8D60-B14503401F5F}" type="presParOf" srcId="{91FB0DD6-C13A-4F28-BD30-9084D85F8A1C}" destId="{37E758AD-8F9F-418E-8C57-5A4CC4A3D5BB}" srcOrd="10" destOrd="0" presId="urn:microsoft.com/office/officeart/2005/8/layout/vList2"/>
    <dgm:cxn modelId="{6BA8FD74-46BA-4A0B-B2C9-21D3D92E0939}" type="presParOf" srcId="{91FB0DD6-C13A-4F28-BD30-9084D85F8A1C}" destId="{500BDE1B-55E2-4DA2-9B97-3A25067A8B7E}" srcOrd="11" destOrd="0" presId="urn:microsoft.com/office/officeart/2005/8/layout/vList2"/>
    <dgm:cxn modelId="{79BFD6FB-76B3-4AB2-B3E8-E88ECC82F9F7}" type="presParOf" srcId="{91FB0DD6-C13A-4F28-BD30-9084D85F8A1C}" destId="{369BB7DE-89AC-4421-9A81-C4E0C4EE15D8}" srcOrd="12" destOrd="0" presId="urn:microsoft.com/office/officeart/2005/8/layout/vList2"/>
    <dgm:cxn modelId="{F77F6A38-51EB-4931-81D4-5FC4B3D65507}" type="presParOf" srcId="{91FB0DD6-C13A-4F28-BD30-9084D85F8A1C}" destId="{33EA431A-EEC4-477D-B0E6-5BACBA9E999A}" srcOrd="13" destOrd="0" presId="urn:microsoft.com/office/officeart/2005/8/layout/vList2"/>
    <dgm:cxn modelId="{50D58242-C23A-4F87-8043-540941D4A1A9}" type="presParOf" srcId="{91FB0DD6-C13A-4F28-BD30-9084D85F8A1C}" destId="{952345BD-57B0-4240-993E-E6B0F18BC9B6}" srcOrd="14" destOrd="0" presId="urn:microsoft.com/office/officeart/2005/8/layout/vList2"/>
    <dgm:cxn modelId="{79060F02-DA75-403F-96B1-31904EF3B033}" type="presParOf" srcId="{91FB0DD6-C13A-4F28-BD30-9084D85F8A1C}" destId="{ADE1E89F-EC70-4C20-9321-DC48868B991F}" srcOrd="15" destOrd="0" presId="urn:microsoft.com/office/officeart/2005/8/layout/vList2"/>
    <dgm:cxn modelId="{D3AB6BA2-F28B-47BD-BCF9-E0C79FCC2CF8}" type="presParOf" srcId="{91FB0DD6-C13A-4F28-BD30-9084D85F8A1C}" destId="{EBC4EF3A-D2C9-4F26-98A5-C5ABF0F69CBC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27214CE-9E16-4CD2-9BC2-7B99C9140D1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518E72-60E3-441C-9E52-E1EC2FB1D2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30-Day Forecast Example (Store 60, Item 75):</a:t>
          </a:r>
          <a:endParaRPr lang="en-US"/>
        </a:p>
      </dgm:t>
    </dgm:pt>
    <dgm:pt modelId="{00A8A9EC-F955-4993-A513-93B526BF02E4}" type="parTrans" cxnId="{8DF8EE31-6139-4551-AAD4-EF0797CE6689}">
      <dgm:prSet/>
      <dgm:spPr/>
      <dgm:t>
        <a:bodyPr/>
        <a:lstStyle/>
        <a:p>
          <a:endParaRPr lang="en-US"/>
        </a:p>
      </dgm:t>
    </dgm:pt>
    <dgm:pt modelId="{FDCB2D17-DA59-4614-8B00-CF5D081E7922}" type="sibTrans" cxnId="{8DF8EE31-6139-4551-AAD4-EF0797CE6689}">
      <dgm:prSet/>
      <dgm:spPr/>
      <dgm:t>
        <a:bodyPr/>
        <a:lstStyle/>
        <a:p>
          <a:endParaRPr lang="en-US"/>
        </a:p>
      </dgm:t>
    </dgm:pt>
    <dgm:pt modelId="{17823E66-E847-4175-8B06-BBF646D2B7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First day prediction: 129.95</a:t>
          </a:r>
        </a:p>
      </dgm:t>
    </dgm:pt>
    <dgm:pt modelId="{2CD6EA73-D5C0-4F21-93A7-28EDF6DA41A6}" type="parTrans" cxnId="{AB31AEA8-8A7C-438A-A7F2-C9D839EB1B88}">
      <dgm:prSet/>
      <dgm:spPr/>
      <dgm:t>
        <a:bodyPr/>
        <a:lstStyle/>
        <a:p>
          <a:endParaRPr lang="en-US"/>
        </a:p>
      </dgm:t>
    </dgm:pt>
    <dgm:pt modelId="{BAACDFFE-967E-4FAC-A0B9-129A6658BE7E}" type="sibTrans" cxnId="{AB31AEA8-8A7C-438A-A7F2-C9D839EB1B88}">
      <dgm:prSet/>
      <dgm:spPr/>
      <dgm:t>
        <a:bodyPr/>
        <a:lstStyle/>
        <a:p>
          <a:endParaRPr lang="en-US"/>
        </a:p>
      </dgm:t>
    </dgm:pt>
    <dgm:pt modelId="{91DC5291-F72D-428F-B88A-CC582E0B78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Next 29 days: ~126.00 (stable demand pattern)</a:t>
          </a:r>
        </a:p>
      </dgm:t>
    </dgm:pt>
    <dgm:pt modelId="{F1A76EE5-3344-4C99-B0CA-62ABB1333042}" type="parTrans" cxnId="{1AB0D4FC-3091-4C13-BED1-D4E4ABC19A05}">
      <dgm:prSet/>
      <dgm:spPr/>
      <dgm:t>
        <a:bodyPr/>
        <a:lstStyle/>
        <a:p>
          <a:endParaRPr lang="en-US"/>
        </a:p>
      </dgm:t>
    </dgm:pt>
    <dgm:pt modelId="{94891458-C408-46DB-B179-D7407B9FA210}" type="sibTrans" cxnId="{1AB0D4FC-3091-4C13-BED1-D4E4ABC19A05}">
      <dgm:prSet/>
      <dgm:spPr/>
      <dgm:t>
        <a:bodyPr/>
        <a:lstStyle/>
        <a:p>
          <a:endParaRPr lang="en-US"/>
        </a:p>
      </dgm:t>
    </dgm:pt>
    <dgm:pt modelId="{37A475D9-EE6F-482C-AC19-D05922B939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Proof: Working output received from API</a:t>
          </a:r>
          <a:endParaRPr lang="en-US"/>
        </a:p>
      </dgm:t>
    </dgm:pt>
    <dgm:pt modelId="{AABF7A4B-C236-41D6-A903-5C55A8B291AB}" type="parTrans" cxnId="{F9F9E778-3139-472B-BA8B-135F5BB64C1A}">
      <dgm:prSet/>
      <dgm:spPr/>
      <dgm:t>
        <a:bodyPr/>
        <a:lstStyle/>
        <a:p>
          <a:endParaRPr lang="en-US"/>
        </a:p>
      </dgm:t>
    </dgm:pt>
    <dgm:pt modelId="{A5D8C829-9CF5-4497-B4CE-EA043AAA9034}" type="sibTrans" cxnId="{F9F9E778-3139-472B-BA8B-135F5BB64C1A}">
      <dgm:prSet/>
      <dgm:spPr/>
      <dgm:t>
        <a:bodyPr/>
        <a:lstStyle/>
        <a:p>
          <a:endParaRPr lang="en-US"/>
        </a:p>
      </dgm:t>
    </dgm:pt>
    <dgm:pt modelId="{7C6C81A0-FFA5-4329-B11B-2F7ED15C1445}" type="pres">
      <dgm:prSet presAssocID="{027214CE-9E16-4CD2-9BC2-7B99C9140D1D}" presName="root" presStyleCnt="0">
        <dgm:presLayoutVars>
          <dgm:dir/>
          <dgm:resizeHandles val="exact"/>
        </dgm:presLayoutVars>
      </dgm:prSet>
      <dgm:spPr/>
    </dgm:pt>
    <dgm:pt modelId="{31BF92B9-0E1B-4FBA-92F1-FFBB1E218098}" type="pres">
      <dgm:prSet presAssocID="{8A518E72-60E3-441C-9E52-E1EC2FB1D217}" presName="compNode" presStyleCnt="0"/>
      <dgm:spPr/>
    </dgm:pt>
    <dgm:pt modelId="{757CE929-93AA-48EA-A61D-ECBADCFE34F9}" type="pres">
      <dgm:prSet presAssocID="{8A518E72-60E3-441C-9E52-E1EC2FB1D217}" presName="bgRect" presStyleLbl="bgShp" presStyleIdx="0" presStyleCnt="4"/>
      <dgm:spPr/>
    </dgm:pt>
    <dgm:pt modelId="{48BFC63D-6FF1-4084-8E92-CD40A24EB896}" type="pres">
      <dgm:prSet presAssocID="{8A518E72-60E3-441C-9E52-E1EC2FB1D21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D166FF86-9F65-4A49-8EBC-A31DAEA6F178}" type="pres">
      <dgm:prSet presAssocID="{8A518E72-60E3-441C-9E52-E1EC2FB1D217}" presName="spaceRect" presStyleCnt="0"/>
      <dgm:spPr/>
    </dgm:pt>
    <dgm:pt modelId="{059499A0-349F-41E2-A0AC-BA4CC0814E47}" type="pres">
      <dgm:prSet presAssocID="{8A518E72-60E3-441C-9E52-E1EC2FB1D217}" presName="parTx" presStyleLbl="revTx" presStyleIdx="0" presStyleCnt="4">
        <dgm:presLayoutVars>
          <dgm:chMax val="0"/>
          <dgm:chPref val="0"/>
        </dgm:presLayoutVars>
      </dgm:prSet>
      <dgm:spPr/>
    </dgm:pt>
    <dgm:pt modelId="{47BF7EFA-F647-4B7D-A994-2834CE45BBA4}" type="pres">
      <dgm:prSet presAssocID="{FDCB2D17-DA59-4614-8B00-CF5D081E7922}" presName="sibTrans" presStyleCnt="0"/>
      <dgm:spPr/>
    </dgm:pt>
    <dgm:pt modelId="{57F0F785-782C-4AF3-8F57-52BAFCFEACEC}" type="pres">
      <dgm:prSet presAssocID="{17823E66-E847-4175-8B06-BBF646D2B754}" presName="compNode" presStyleCnt="0"/>
      <dgm:spPr/>
    </dgm:pt>
    <dgm:pt modelId="{575CF90C-5368-440B-8C67-8E1AB0C2DDE6}" type="pres">
      <dgm:prSet presAssocID="{17823E66-E847-4175-8B06-BBF646D2B754}" presName="bgRect" presStyleLbl="bgShp" presStyleIdx="1" presStyleCnt="4"/>
      <dgm:spPr/>
    </dgm:pt>
    <dgm:pt modelId="{A29C9ABF-5A65-4975-A4CC-47192FFCA343}" type="pres">
      <dgm:prSet presAssocID="{17823E66-E847-4175-8B06-BBF646D2B75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B5025387-F9FF-4852-A7EB-C36E9308C268}" type="pres">
      <dgm:prSet presAssocID="{17823E66-E847-4175-8B06-BBF646D2B754}" presName="spaceRect" presStyleCnt="0"/>
      <dgm:spPr/>
    </dgm:pt>
    <dgm:pt modelId="{A889D64E-4D91-47BF-B80F-66E84334F31B}" type="pres">
      <dgm:prSet presAssocID="{17823E66-E847-4175-8B06-BBF646D2B754}" presName="parTx" presStyleLbl="revTx" presStyleIdx="1" presStyleCnt="4">
        <dgm:presLayoutVars>
          <dgm:chMax val="0"/>
          <dgm:chPref val="0"/>
        </dgm:presLayoutVars>
      </dgm:prSet>
      <dgm:spPr/>
    </dgm:pt>
    <dgm:pt modelId="{3A4FF1AA-7E59-451A-8DB6-845E3C98FCD0}" type="pres">
      <dgm:prSet presAssocID="{BAACDFFE-967E-4FAC-A0B9-129A6658BE7E}" presName="sibTrans" presStyleCnt="0"/>
      <dgm:spPr/>
    </dgm:pt>
    <dgm:pt modelId="{5433DD33-F534-478D-86D0-E28B65D88779}" type="pres">
      <dgm:prSet presAssocID="{91DC5291-F72D-428F-B88A-CC582E0B785D}" presName="compNode" presStyleCnt="0"/>
      <dgm:spPr/>
    </dgm:pt>
    <dgm:pt modelId="{7F47C729-9A81-4E15-8C21-9D1FCD45E5D6}" type="pres">
      <dgm:prSet presAssocID="{91DC5291-F72D-428F-B88A-CC582E0B785D}" presName="bgRect" presStyleLbl="bgShp" presStyleIdx="2" presStyleCnt="4"/>
      <dgm:spPr/>
    </dgm:pt>
    <dgm:pt modelId="{49F13BC3-47CA-41F7-A922-4D0BAC67A0A9}" type="pres">
      <dgm:prSet presAssocID="{91DC5291-F72D-428F-B88A-CC582E0B785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5387B13B-C526-4D72-85F8-AB66109B823E}" type="pres">
      <dgm:prSet presAssocID="{91DC5291-F72D-428F-B88A-CC582E0B785D}" presName="spaceRect" presStyleCnt="0"/>
      <dgm:spPr/>
    </dgm:pt>
    <dgm:pt modelId="{681FB13E-4B91-4D2D-B0C8-A39C67F9422A}" type="pres">
      <dgm:prSet presAssocID="{91DC5291-F72D-428F-B88A-CC582E0B785D}" presName="parTx" presStyleLbl="revTx" presStyleIdx="2" presStyleCnt="4">
        <dgm:presLayoutVars>
          <dgm:chMax val="0"/>
          <dgm:chPref val="0"/>
        </dgm:presLayoutVars>
      </dgm:prSet>
      <dgm:spPr/>
    </dgm:pt>
    <dgm:pt modelId="{BCAEB419-9A7D-410F-BB44-502BA80F2951}" type="pres">
      <dgm:prSet presAssocID="{94891458-C408-46DB-B179-D7407B9FA210}" presName="sibTrans" presStyleCnt="0"/>
      <dgm:spPr/>
    </dgm:pt>
    <dgm:pt modelId="{608BE567-2D75-4D89-A35F-5AC2E21C8F40}" type="pres">
      <dgm:prSet presAssocID="{37A475D9-EE6F-482C-AC19-D05922B9396C}" presName="compNode" presStyleCnt="0"/>
      <dgm:spPr/>
    </dgm:pt>
    <dgm:pt modelId="{66058C41-12A6-4B78-B018-6F873841E278}" type="pres">
      <dgm:prSet presAssocID="{37A475D9-EE6F-482C-AC19-D05922B9396C}" presName="bgRect" presStyleLbl="bgShp" presStyleIdx="3" presStyleCnt="4"/>
      <dgm:spPr/>
    </dgm:pt>
    <dgm:pt modelId="{F255A86C-06EF-46FF-940B-F47C6FC691AF}" type="pres">
      <dgm:prSet presAssocID="{37A475D9-EE6F-482C-AC19-D05922B9396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2681DBE-5A55-43BA-B6A0-A63355098004}" type="pres">
      <dgm:prSet presAssocID="{37A475D9-EE6F-482C-AC19-D05922B9396C}" presName="spaceRect" presStyleCnt="0"/>
      <dgm:spPr/>
    </dgm:pt>
    <dgm:pt modelId="{B2241973-7B5E-4E19-B32E-F12BCDD3EEAF}" type="pres">
      <dgm:prSet presAssocID="{37A475D9-EE6F-482C-AC19-D05922B9396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DF8EE31-6139-4551-AAD4-EF0797CE6689}" srcId="{027214CE-9E16-4CD2-9BC2-7B99C9140D1D}" destId="{8A518E72-60E3-441C-9E52-E1EC2FB1D217}" srcOrd="0" destOrd="0" parTransId="{00A8A9EC-F955-4993-A513-93B526BF02E4}" sibTransId="{FDCB2D17-DA59-4614-8B00-CF5D081E7922}"/>
    <dgm:cxn modelId="{A9ECDE38-EB73-474C-BA54-6C82EE7400AA}" type="presOf" srcId="{37A475D9-EE6F-482C-AC19-D05922B9396C}" destId="{B2241973-7B5E-4E19-B32E-F12BCDD3EEAF}" srcOrd="0" destOrd="0" presId="urn:microsoft.com/office/officeart/2018/2/layout/IconVerticalSolidList"/>
    <dgm:cxn modelId="{5B44FC43-70D9-4E8A-8BA5-BB5F49A9324B}" type="presOf" srcId="{027214CE-9E16-4CD2-9BC2-7B99C9140D1D}" destId="{7C6C81A0-FFA5-4329-B11B-2F7ED15C1445}" srcOrd="0" destOrd="0" presId="urn:microsoft.com/office/officeart/2018/2/layout/IconVerticalSolidList"/>
    <dgm:cxn modelId="{89C62570-86E4-4C6E-991C-F3C9A364CCDA}" type="presOf" srcId="{17823E66-E847-4175-8B06-BBF646D2B754}" destId="{A889D64E-4D91-47BF-B80F-66E84334F31B}" srcOrd="0" destOrd="0" presId="urn:microsoft.com/office/officeart/2018/2/layout/IconVerticalSolidList"/>
    <dgm:cxn modelId="{F9F9E778-3139-472B-BA8B-135F5BB64C1A}" srcId="{027214CE-9E16-4CD2-9BC2-7B99C9140D1D}" destId="{37A475D9-EE6F-482C-AC19-D05922B9396C}" srcOrd="3" destOrd="0" parTransId="{AABF7A4B-C236-41D6-A903-5C55A8B291AB}" sibTransId="{A5D8C829-9CF5-4497-B4CE-EA043AAA9034}"/>
    <dgm:cxn modelId="{2B00678C-03BE-40F7-96B8-878DC3A64D7B}" type="presOf" srcId="{91DC5291-F72D-428F-B88A-CC582E0B785D}" destId="{681FB13E-4B91-4D2D-B0C8-A39C67F9422A}" srcOrd="0" destOrd="0" presId="urn:microsoft.com/office/officeart/2018/2/layout/IconVerticalSolidList"/>
    <dgm:cxn modelId="{5639A3A1-6714-48D5-B12C-8C0B1EB16F67}" type="presOf" srcId="{8A518E72-60E3-441C-9E52-E1EC2FB1D217}" destId="{059499A0-349F-41E2-A0AC-BA4CC0814E47}" srcOrd="0" destOrd="0" presId="urn:microsoft.com/office/officeart/2018/2/layout/IconVerticalSolidList"/>
    <dgm:cxn modelId="{AB31AEA8-8A7C-438A-A7F2-C9D839EB1B88}" srcId="{027214CE-9E16-4CD2-9BC2-7B99C9140D1D}" destId="{17823E66-E847-4175-8B06-BBF646D2B754}" srcOrd="1" destOrd="0" parTransId="{2CD6EA73-D5C0-4F21-93A7-28EDF6DA41A6}" sibTransId="{BAACDFFE-967E-4FAC-A0B9-129A6658BE7E}"/>
    <dgm:cxn modelId="{1AB0D4FC-3091-4C13-BED1-D4E4ABC19A05}" srcId="{027214CE-9E16-4CD2-9BC2-7B99C9140D1D}" destId="{91DC5291-F72D-428F-B88A-CC582E0B785D}" srcOrd="2" destOrd="0" parTransId="{F1A76EE5-3344-4C99-B0CA-62ABB1333042}" sibTransId="{94891458-C408-46DB-B179-D7407B9FA210}"/>
    <dgm:cxn modelId="{20D7507A-54AD-4590-B529-102E3A96573F}" type="presParOf" srcId="{7C6C81A0-FFA5-4329-B11B-2F7ED15C1445}" destId="{31BF92B9-0E1B-4FBA-92F1-FFBB1E218098}" srcOrd="0" destOrd="0" presId="urn:microsoft.com/office/officeart/2018/2/layout/IconVerticalSolidList"/>
    <dgm:cxn modelId="{9F48E77C-6F89-49D6-B632-7D2DDCA20082}" type="presParOf" srcId="{31BF92B9-0E1B-4FBA-92F1-FFBB1E218098}" destId="{757CE929-93AA-48EA-A61D-ECBADCFE34F9}" srcOrd="0" destOrd="0" presId="urn:microsoft.com/office/officeart/2018/2/layout/IconVerticalSolidList"/>
    <dgm:cxn modelId="{586E2BFC-1DD0-4548-BC63-B0CA9AD05F7E}" type="presParOf" srcId="{31BF92B9-0E1B-4FBA-92F1-FFBB1E218098}" destId="{48BFC63D-6FF1-4084-8E92-CD40A24EB896}" srcOrd="1" destOrd="0" presId="urn:microsoft.com/office/officeart/2018/2/layout/IconVerticalSolidList"/>
    <dgm:cxn modelId="{4566AAEB-889E-4769-9D7F-CD0004210B24}" type="presParOf" srcId="{31BF92B9-0E1B-4FBA-92F1-FFBB1E218098}" destId="{D166FF86-9F65-4A49-8EBC-A31DAEA6F178}" srcOrd="2" destOrd="0" presId="urn:microsoft.com/office/officeart/2018/2/layout/IconVerticalSolidList"/>
    <dgm:cxn modelId="{52CF3C12-3AF6-40F6-BF23-E779C835CC7F}" type="presParOf" srcId="{31BF92B9-0E1B-4FBA-92F1-FFBB1E218098}" destId="{059499A0-349F-41E2-A0AC-BA4CC0814E47}" srcOrd="3" destOrd="0" presId="urn:microsoft.com/office/officeart/2018/2/layout/IconVerticalSolidList"/>
    <dgm:cxn modelId="{9A6B2D39-1499-477C-8FE4-921206DD7D2B}" type="presParOf" srcId="{7C6C81A0-FFA5-4329-B11B-2F7ED15C1445}" destId="{47BF7EFA-F647-4B7D-A994-2834CE45BBA4}" srcOrd="1" destOrd="0" presId="urn:microsoft.com/office/officeart/2018/2/layout/IconVerticalSolidList"/>
    <dgm:cxn modelId="{BB33BE45-6C23-4B15-A7C4-C1286A06BFB0}" type="presParOf" srcId="{7C6C81A0-FFA5-4329-B11B-2F7ED15C1445}" destId="{57F0F785-782C-4AF3-8F57-52BAFCFEACEC}" srcOrd="2" destOrd="0" presId="urn:microsoft.com/office/officeart/2018/2/layout/IconVerticalSolidList"/>
    <dgm:cxn modelId="{71692BE7-3F73-4EEE-B666-A8E2635988C8}" type="presParOf" srcId="{57F0F785-782C-4AF3-8F57-52BAFCFEACEC}" destId="{575CF90C-5368-440B-8C67-8E1AB0C2DDE6}" srcOrd="0" destOrd="0" presId="urn:microsoft.com/office/officeart/2018/2/layout/IconVerticalSolidList"/>
    <dgm:cxn modelId="{66FA3103-D202-43E1-94D9-4C0FACF181D0}" type="presParOf" srcId="{57F0F785-782C-4AF3-8F57-52BAFCFEACEC}" destId="{A29C9ABF-5A65-4975-A4CC-47192FFCA343}" srcOrd="1" destOrd="0" presId="urn:microsoft.com/office/officeart/2018/2/layout/IconVerticalSolidList"/>
    <dgm:cxn modelId="{C658AA50-32D6-4645-80C9-828F2F0065A7}" type="presParOf" srcId="{57F0F785-782C-4AF3-8F57-52BAFCFEACEC}" destId="{B5025387-F9FF-4852-A7EB-C36E9308C268}" srcOrd="2" destOrd="0" presId="urn:microsoft.com/office/officeart/2018/2/layout/IconVerticalSolidList"/>
    <dgm:cxn modelId="{4B7309B6-2022-4B6E-A1A5-05838F52C582}" type="presParOf" srcId="{57F0F785-782C-4AF3-8F57-52BAFCFEACEC}" destId="{A889D64E-4D91-47BF-B80F-66E84334F31B}" srcOrd="3" destOrd="0" presId="urn:microsoft.com/office/officeart/2018/2/layout/IconVerticalSolidList"/>
    <dgm:cxn modelId="{2ECCBBAF-BF77-4ED5-AA63-4E6806BB6A95}" type="presParOf" srcId="{7C6C81A0-FFA5-4329-B11B-2F7ED15C1445}" destId="{3A4FF1AA-7E59-451A-8DB6-845E3C98FCD0}" srcOrd="3" destOrd="0" presId="urn:microsoft.com/office/officeart/2018/2/layout/IconVerticalSolidList"/>
    <dgm:cxn modelId="{9BBD6B77-D40A-4069-BF7E-4BC709A354E1}" type="presParOf" srcId="{7C6C81A0-FFA5-4329-B11B-2F7ED15C1445}" destId="{5433DD33-F534-478D-86D0-E28B65D88779}" srcOrd="4" destOrd="0" presId="urn:microsoft.com/office/officeart/2018/2/layout/IconVerticalSolidList"/>
    <dgm:cxn modelId="{FEC28002-B677-459E-9FEF-C1431244A0D7}" type="presParOf" srcId="{5433DD33-F534-478D-86D0-E28B65D88779}" destId="{7F47C729-9A81-4E15-8C21-9D1FCD45E5D6}" srcOrd="0" destOrd="0" presId="urn:microsoft.com/office/officeart/2018/2/layout/IconVerticalSolidList"/>
    <dgm:cxn modelId="{822A6EA1-BF6D-4021-BE4C-551DC618EC6A}" type="presParOf" srcId="{5433DD33-F534-478D-86D0-E28B65D88779}" destId="{49F13BC3-47CA-41F7-A922-4D0BAC67A0A9}" srcOrd="1" destOrd="0" presId="urn:microsoft.com/office/officeart/2018/2/layout/IconVerticalSolidList"/>
    <dgm:cxn modelId="{DD9D48DF-3355-4253-84F4-F4D8D6ED1EBA}" type="presParOf" srcId="{5433DD33-F534-478D-86D0-E28B65D88779}" destId="{5387B13B-C526-4D72-85F8-AB66109B823E}" srcOrd="2" destOrd="0" presId="urn:microsoft.com/office/officeart/2018/2/layout/IconVerticalSolidList"/>
    <dgm:cxn modelId="{A8377629-658C-4114-863A-7ACCF06720FE}" type="presParOf" srcId="{5433DD33-F534-478D-86D0-E28B65D88779}" destId="{681FB13E-4B91-4D2D-B0C8-A39C67F9422A}" srcOrd="3" destOrd="0" presId="urn:microsoft.com/office/officeart/2018/2/layout/IconVerticalSolidList"/>
    <dgm:cxn modelId="{35D9F82F-5407-4ABE-BCD4-8DB9C1BE669E}" type="presParOf" srcId="{7C6C81A0-FFA5-4329-B11B-2F7ED15C1445}" destId="{BCAEB419-9A7D-410F-BB44-502BA80F2951}" srcOrd="5" destOrd="0" presId="urn:microsoft.com/office/officeart/2018/2/layout/IconVerticalSolidList"/>
    <dgm:cxn modelId="{B9921402-FF61-47BD-BF64-EA7D12A93307}" type="presParOf" srcId="{7C6C81A0-FFA5-4329-B11B-2F7ED15C1445}" destId="{608BE567-2D75-4D89-A35F-5AC2E21C8F40}" srcOrd="6" destOrd="0" presId="urn:microsoft.com/office/officeart/2018/2/layout/IconVerticalSolidList"/>
    <dgm:cxn modelId="{4278DC65-8A6E-4D74-9FFA-A01B71BEAE77}" type="presParOf" srcId="{608BE567-2D75-4D89-A35F-5AC2E21C8F40}" destId="{66058C41-12A6-4B78-B018-6F873841E278}" srcOrd="0" destOrd="0" presId="urn:microsoft.com/office/officeart/2018/2/layout/IconVerticalSolidList"/>
    <dgm:cxn modelId="{CE6B8DD3-1D89-4F43-BD32-45DD1B8E92C2}" type="presParOf" srcId="{608BE567-2D75-4D89-A35F-5AC2E21C8F40}" destId="{F255A86C-06EF-46FF-940B-F47C6FC691AF}" srcOrd="1" destOrd="0" presId="urn:microsoft.com/office/officeart/2018/2/layout/IconVerticalSolidList"/>
    <dgm:cxn modelId="{F27CD556-E37C-4D45-B169-6EA80CD19B84}" type="presParOf" srcId="{608BE567-2D75-4D89-A35F-5AC2E21C8F40}" destId="{92681DBE-5A55-43BA-B6A0-A63355098004}" srcOrd="2" destOrd="0" presId="urn:microsoft.com/office/officeart/2018/2/layout/IconVerticalSolidList"/>
    <dgm:cxn modelId="{39E7738E-4E71-406E-B8DB-422B61535B02}" type="presParOf" srcId="{608BE567-2D75-4D89-A35F-5AC2E21C8F40}" destId="{B2241973-7B5E-4E19-B32E-F12BCDD3EEA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CCE26E1-7386-4CDF-9F32-1CC92BA624B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59971EB-ED84-4FCD-A58B-44ADB94859B4}">
      <dgm:prSet/>
      <dgm:spPr/>
      <dgm:t>
        <a:bodyPr/>
        <a:lstStyle/>
        <a:p>
          <a:r>
            <a:rPr lang="en-US"/>
            <a:t>Error in Pandas dtype mapping (fixed)</a:t>
          </a:r>
        </a:p>
      </dgm:t>
    </dgm:pt>
    <dgm:pt modelId="{F58F4F72-E2E6-4262-8B46-57A8EE1D891D}" type="parTrans" cxnId="{906D7B0C-6D26-4D50-9A75-B346714C5DE8}">
      <dgm:prSet/>
      <dgm:spPr/>
      <dgm:t>
        <a:bodyPr/>
        <a:lstStyle/>
        <a:p>
          <a:endParaRPr lang="en-US"/>
        </a:p>
      </dgm:t>
    </dgm:pt>
    <dgm:pt modelId="{15D7C8F6-6280-4CB4-AF68-D4579E4F8C63}" type="sibTrans" cxnId="{906D7B0C-6D26-4D50-9A75-B346714C5DE8}">
      <dgm:prSet/>
      <dgm:spPr/>
      <dgm:t>
        <a:bodyPr/>
        <a:lstStyle/>
        <a:p>
          <a:endParaRPr lang="en-US"/>
        </a:p>
      </dgm:t>
    </dgm:pt>
    <dgm:pt modelId="{ACA03691-201F-4D87-A786-992FBD3C465B}">
      <dgm:prSet/>
      <dgm:spPr/>
      <dgm:t>
        <a:bodyPr/>
        <a:lstStyle/>
        <a:p>
          <a:r>
            <a:rPr lang="en-US"/>
            <a:t>URL routing issue for predict-30 (corrected)</a:t>
          </a:r>
        </a:p>
      </dgm:t>
    </dgm:pt>
    <dgm:pt modelId="{8F19D624-D9C1-40BD-A7F4-FF50FB5AAA7D}" type="parTrans" cxnId="{8DFA5352-2D39-43CD-9E02-6975B682DE91}">
      <dgm:prSet/>
      <dgm:spPr/>
      <dgm:t>
        <a:bodyPr/>
        <a:lstStyle/>
        <a:p>
          <a:endParaRPr lang="en-US"/>
        </a:p>
      </dgm:t>
    </dgm:pt>
    <dgm:pt modelId="{695BCF17-D038-44E6-B19A-C5B8BCC62EF1}" type="sibTrans" cxnId="{8DFA5352-2D39-43CD-9E02-6975B682DE91}">
      <dgm:prSet/>
      <dgm:spPr/>
      <dgm:t>
        <a:bodyPr/>
        <a:lstStyle/>
        <a:p>
          <a:endParaRPr lang="en-US"/>
        </a:p>
      </dgm:t>
    </dgm:pt>
    <dgm:pt modelId="{9DAAA76A-2DF6-4EF1-B02F-C581F19FD3A1}">
      <dgm:prSet/>
      <dgm:spPr/>
      <dgm:t>
        <a:bodyPr/>
        <a:lstStyle/>
        <a:p>
          <a:r>
            <a:rPr lang="en-US"/>
            <a:t>Model feature mismatch resolved</a:t>
          </a:r>
        </a:p>
      </dgm:t>
    </dgm:pt>
    <dgm:pt modelId="{917AFF45-6022-4C12-B48E-63B9501A4DA9}" type="parTrans" cxnId="{F0F70328-D020-40C3-A121-C7DFDED619FE}">
      <dgm:prSet/>
      <dgm:spPr/>
      <dgm:t>
        <a:bodyPr/>
        <a:lstStyle/>
        <a:p>
          <a:endParaRPr lang="en-US"/>
        </a:p>
      </dgm:t>
    </dgm:pt>
    <dgm:pt modelId="{DEA669CD-8458-48A8-A7DE-0BE9A20A73AC}" type="sibTrans" cxnId="{F0F70328-D020-40C3-A121-C7DFDED619FE}">
      <dgm:prSet/>
      <dgm:spPr/>
      <dgm:t>
        <a:bodyPr/>
        <a:lstStyle/>
        <a:p>
          <a:endParaRPr lang="en-US"/>
        </a:p>
      </dgm:t>
    </dgm:pt>
    <dgm:pt modelId="{00B18809-652B-42A5-8EFF-3728B175873B}">
      <dgm:prSet/>
      <dgm:spPr/>
      <dgm:t>
        <a:bodyPr/>
        <a:lstStyle/>
        <a:p>
          <a:r>
            <a:rPr lang="en-US"/>
            <a:t>Data imbalance handled using global model</a:t>
          </a:r>
        </a:p>
      </dgm:t>
    </dgm:pt>
    <dgm:pt modelId="{A84F8076-7DED-4F10-A400-A841566D9025}" type="parTrans" cxnId="{3F6494CD-2D39-4AF5-944A-39EA51657CC2}">
      <dgm:prSet/>
      <dgm:spPr/>
      <dgm:t>
        <a:bodyPr/>
        <a:lstStyle/>
        <a:p>
          <a:endParaRPr lang="en-US"/>
        </a:p>
      </dgm:t>
    </dgm:pt>
    <dgm:pt modelId="{0E99FEAA-B404-4A57-9D5A-52F81CA950A0}" type="sibTrans" cxnId="{3F6494CD-2D39-4AF5-944A-39EA51657CC2}">
      <dgm:prSet/>
      <dgm:spPr/>
      <dgm:t>
        <a:bodyPr/>
        <a:lstStyle/>
        <a:p>
          <a:endParaRPr lang="en-US"/>
        </a:p>
      </dgm:t>
    </dgm:pt>
    <dgm:pt modelId="{4A9A399A-A692-4008-9D81-2BF091A57193}" type="pres">
      <dgm:prSet presAssocID="{FCCE26E1-7386-4CDF-9F32-1CC92BA624B7}" presName="linear" presStyleCnt="0">
        <dgm:presLayoutVars>
          <dgm:animLvl val="lvl"/>
          <dgm:resizeHandles val="exact"/>
        </dgm:presLayoutVars>
      </dgm:prSet>
      <dgm:spPr/>
    </dgm:pt>
    <dgm:pt modelId="{69353DC7-0538-4BE1-A044-5800285247E7}" type="pres">
      <dgm:prSet presAssocID="{859971EB-ED84-4FCD-A58B-44ADB94859B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1A7D5C-39CD-4AB9-9641-A29622AB3951}" type="pres">
      <dgm:prSet presAssocID="{15D7C8F6-6280-4CB4-AF68-D4579E4F8C63}" presName="spacer" presStyleCnt="0"/>
      <dgm:spPr/>
    </dgm:pt>
    <dgm:pt modelId="{948954F8-B1E5-40EF-82A7-6BD2DC4554C9}" type="pres">
      <dgm:prSet presAssocID="{ACA03691-201F-4D87-A786-992FBD3C465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DC847CB-3870-4A5A-886C-78DD82533989}" type="pres">
      <dgm:prSet presAssocID="{695BCF17-D038-44E6-B19A-C5B8BCC62EF1}" presName="spacer" presStyleCnt="0"/>
      <dgm:spPr/>
    </dgm:pt>
    <dgm:pt modelId="{98E8E46B-BE5D-41C2-BA8B-2AF3E1F56AFD}" type="pres">
      <dgm:prSet presAssocID="{9DAAA76A-2DF6-4EF1-B02F-C581F19FD3A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50AD7E3-7D08-4ED7-A525-C03FD86A1EFE}" type="pres">
      <dgm:prSet presAssocID="{DEA669CD-8458-48A8-A7DE-0BE9A20A73AC}" presName="spacer" presStyleCnt="0"/>
      <dgm:spPr/>
    </dgm:pt>
    <dgm:pt modelId="{404FD7AF-748F-4C2A-B8E7-27C148A518A4}" type="pres">
      <dgm:prSet presAssocID="{00B18809-652B-42A5-8EFF-3728B175873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06D7B0C-6D26-4D50-9A75-B346714C5DE8}" srcId="{FCCE26E1-7386-4CDF-9F32-1CC92BA624B7}" destId="{859971EB-ED84-4FCD-A58B-44ADB94859B4}" srcOrd="0" destOrd="0" parTransId="{F58F4F72-E2E6-4262-8B46-57A8EE1D891D}" sibTransId="{15D7C8F6-6280-4CB4-AF68-D4579E4F8C63}"/>
    <dgm:cxn modelId="{F0F70328-D020-40C3-A121-C7DFDED619FE}" srcId="{FCCE26E1-7386-4CDF-9F32-1CC92BA624B7}" destId="{9DAAA76A-2DF6-4EF1-B02F-C581F19FD3A1}" srcOrd="2" destOrd="0" parTransId="{917AFF45-6022-4C12-B48E-63B9501A4DA9}" sibTransId="{DEA669CD-8458-48A8-A7DE-0BE9A20A73AC}"/>
    <dgm:cxn modelId="{BC505643-76D3-43EA-9E6E-72A474036775}" type="presOf" srcId="{859971EB-ED84-4FCD-A58B-44ADB94859B4}" destId="{69353DC7-0538-4BE1-A044-5800285247E7}" srcOrd="0" destOrd="0" presId="urn:microsoft.com/office/officeart/2005/8/layout/vList2"/>
    <dgm:cxn modelId="{3B657C49-5F47-4594-9C67-56895FF55D6E}" type="presOf" srcId="{00B18809-652B-42A5-8EFF-3728B175873B}" destId="{404FD7AF-748F-4C2A-B8E7-27C148A518A4}" srcOrd="0" destOrd="0" presId="urn:microsoft.com/office/officeart/2005/8/layout/vList2"/>
    <dgm:cxn modelId="{8DFA5352-2D39-43CD-9E02-6975B682DE91}" srcId="{FCCE26E1-7386-4CDF-9F32-1CC92BA624B7}" destId="{ACA03691-201F-4D87-A786-992FBD3C465B}" srcOrd="1" destOrd="0" parTransId="{8F19D624-D9C1-40BD-A7F4-FF50FB5AAA7D}" sibTransId="{695BCF17-D038-44E6-B19A-C5B8BCC62EF1}"/>
    <dgm:cxn modelId="{7A7A09A7-E0EB-4401-B1B7-AE4CAB2548FB}" type="presOf" srcId="{FCCE26E1-7386-4CDF-9F32-1CC92BA624B7}" destId="{4A9A399A-A692-4008-9D81-2BF091A57193}" srcOrd="0" destOrd="0" presId="urn:microsoft.com/office/officeart/2005/8/layout/vList2"/>
    <dgm:cxn modelId="{3F6494CD-2D39-4AF5-944A-39EA51657CC2}" srcId="{FCCE26E1-7386-4CDF-9F32-1CC92BA624B7}" destId="{00B18809-652B-42A5-8EFF-3728B175873B}" srcOrd="3" destOrd="0" parTransId="{A84F8076-7DED-4F10-A400-A841566D9025}" sibTransId="{0E99FEAA-B404-4A57-9D5A-52F81CA950A0}"/>
    <dgm:cxn modelId="{A2585DE2-9707-4728-8A68-D4F3DFBA6742}" type="presOf" srcId="{9DAAA76A-2DF6-4EF1-B02F-C581F19FD3A1}" destId="{98E8E46B-BE5D-41C2-BA8B-2AF3E1F56AFD}" srcOrd="0" destOrd="0" presId="urn:microsoft.com/office/officeart/2005/8/layout/vList2"/>
    <dgm:cxn modelId="{7E3B4DE6-6455-4180-8724-1D44FB1288E3}" type="presOf" srcId="{ACA03691-201F-4D87-A786-992FBD3C465B}" destId="{948954F8-B1E5-40EF-82A7-6BD2DC4554C9}" srcOrd="0" destOrd="0" presId="urn:microsoft.com/office/officeart/2005/8/layout/vList2"/>
    <dgm:cxn modelId="{010971DB-BC94-411A-8A5D-871D15425002}" type="presParOf" srcId="{4A9A399A-A692-4008-9D81-2BF091A57193}" destId="{69353DC7-0538-4BE1-A044-5800285247E7}" srcOrd="0" destOrd="0" presId="urn:microsoft.com/office/officeart/2005/8/layout/vList2"/>
    <dgm:cxn modelId="{8E5D0B48-CEF3-43B3-A8E7-C54521AE50D9}" type="presParOf" srcId="{4A9A399A-A692-4008-9D81-2BF091A57193}" destId="{D51A7D5C-39CD-4AB9-9641-A29622AB3951}" srcOrd="1" destOrd="0" presId="urn:microsoft.com/office/officeart/2005/8/layout/vList2"/>
    <dgm:cxn modelId="{46AAC5F8-3B2F-458A-87CD-D4CA1FDFF127}" type="presParOf" srcId="{4A9A399A-A692-4008-9D81-2BF091A57193}" destId="{948954F8-B1E5-40EF-82A7-6BD2DC4554C9}" srcOrd="2" destOrd="0" presId="urn:microsoft.com/office/officeart/2005/8/layout/vList2"/>
    <dgm:cxn modelId="{5010FD04-B9EA-4448-A752-179E704E5565}" type="presParOf" srcId="{4A9A399A-A692-4008-9D81-2BF091A57193}" destId="{BDC847CB-3870-4A5A-886C-78DD82533989}" srcOrd="3" destOrd="0" presId="urn:microsoft.com/office/officeart/2005/8/layout/vList2"/>
    <dgm:cxn modelId="{A095CD61-921E-41A4-A01B-4AE610157B9E}" type="presParOf" srcId="{4A9A399A-A692-4008-9D81-2BF091A57193}" destId="{98E8E46B-BE5D-41C2-BA8B-2AF3E1F56AFD}" srcOrd="4" destOrd="0" presId="urn:microsoft.com/office/officeart/2005/8/layout/vList2"/>
    <dgm:cxn modelId="{0DA75FA7-B239-4C93-BAAE-D8FBE572D9EC}" type="presParOf" srcId="{4A9A399A-A692-4008-9D81-2BF091A57193}" destId="{A50AD7E3-7D08-4ED7-A525-C03FD86A1EFE}" srcOrd="5" destOrd="0" presId="urn:microsoft.com/office/officeart/2005/8/layout/vList2"/>
    <dgm:cxn modelId="{17413B94-1607-40CA-A89E-668ACEF78139}" type="presParOf" srcId="{4A9A399A-A692-4008-9D81-2BF091A57193}" destId="{404FD7AF-748F-4C2A-B8E7-27C148A518A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9227958-974F-4309-B3D6-6F67D99BDA9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2AEE91-D9E5-4AB7-B408-1A1815543C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pipeline: Complete</a:t>
          </a:r>
        </a:p>
      </dgm:t>
    </dgm:pt>
    <dgm:pt modelId="{8A011AC8-A074-46CA-8652-B9B7222D8FA0}" type="parTrans" cxnId="{08834DC1-E4E7-4206-8FC4-A077454CD71E}">
      <dgm:prSet/>
      <dgm:spPr/>
      <dgm:t>
        <a:bodyPr/>
        <a:lstStyle/>
        <a:p>
          <a:endParaRPr lang="en-US"/>
        </a:p>
      </dgm:t>
    </dgm:pt>
    <dgm:pt modelId="{708D17AC-B19D-4FF2-89F3-07AF890CB4AE}" type="sibTrans" cxnId="{08834DC1-E4E7-4206-8FC4-A077454CD71E}">
      <dgm:prSet/>
      <dgm:spPr/>
      <dgm:t>
        <a:bodyPr/>
        <a:lstStyle/>
        <a:p>
          <a:endParaRPr lang="en-US"/>
        </a:p>
      </dgm:t>
    </dgm:pt>
    <dgm:pt modelId="{ECC7F16D-9614-44F0-A851-A5E414EDC0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ML model: Trained + integrated</a:t>
          </a:r>
        </a:p>
      </dgm:t>
    </dgm:pt>
    <dgm:pt modelId="{4150B547-24AD-4EB4-B3B0-AEF03DE6F889}" type="parTrans" cxnId="{F85A8EFD-553D-4CAE-A0EC-31FE29948D6C}">
      <dgm:prSet/>
      <dgm:spPr/>
      <dgm:t>
        <a:bodyPr/>
        <a:lstStyle/>
        <a:p>
          <a:endParaRPr lang="en-US"/>
        </a:p>
      </dgm:t>
    </dgm:pt>
    <dgm:pt modelId="{CE0568FE-7C90-4DD0-AD4F-35B07882EA2B}" type="sibTrans" cxnId="{F85A8EFD-553D-4CAE-A0EC-31FE29948D6C}">
      <dgm:prSet/>
      <dgm:spPr/>
      <dgm:t>
        <a:bodyPr/>
        <a:lstStyle/>
        <a:p>
          <a:endParaRPr lang="en-US"/>
        </a:p>
      </dgm:t>
    </dgm:pt>
    <dgm:pt modelId="{8AF46742-FAE1-4F03-895E-C69CFB41FC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Prediction APIs: Working and tested</a:t>
          </a:r>
        </a:p>
      </dgm:t>
    </dgm:pt>
    <dgm:pt modelId="{C3C627E9-4FF4-48AA-B4E9-46FBC8DE7C32}" type="parTrans" cxnId="{250F37DD-6D3B-44F1-8538-5B4FE53BF3DC}">
      <dgm:prSet/>
      <dgm:spPr/>
      <dgm:t>
        <a:bodyPr/>
        <a:lstStyle/>
        <a:p>
          <a:endParaRPr lang="en-US"/>
        </a:p>
      </dgm:t>
    </dgm:pt>
    <dgm:pt modelId="{923DDD27-F087-495C-A21F-8A2CBF968F12}" type="sibTrans" cxnId="{250F37DD-6D3B-44F1-8538-5B4FE53BF3DC}">
      <dgm:prSet/>
      <dgm:spPr/>
      <dgm:t>
        <a:bodyPr/>
        <a:lstStyle/>
        <a:p>
          <a:endParaRPr lang="en-US"/>
        </a:p>
      </dgm:t>
    </dgm:pt>
    <dgm:pt modelId="{E5E2418B-0988-4B77-A86E-7A14B1861A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30-day forecasting: Working</a:t>
          </a:r>
        </a:p>
      </dgm:t>
    </dgm:pt>
    <dgm:pt modelId="{C629A9E8-B8D5-4323-A975-9ECFDE14A8F4}" type="parTrans" cxnId="{C8F2F555-EB7B-48C0-8AD9-C474269B432A}">
      <dgm:prSet/>
      <dgm:spPr/>
      <dgm:t>
        <a:bodyPr/>
        <a:lstStyle/>
        <a:p>
          <a:endParaRPr lang="en-US"/>
        </a:p>
      </dgm:t>
    </dgm:pt>
    <dgm:pt modelId="{FAE771AA-F198-4F35-BE66-06B709EAF30B}" type="sibTrans" cxnId="{C8F2F555-EB7B-48C0-8AD9-C474269B432A}">
      <dgm:prSet/>
      <dgm:spPr/>
      <dgm:t>
        <a:bodyPr/>
        <a:lstStyle/>
        <a:p>
          <a:endParaRPr lang="en-US"/>
        </a:p>
      </dgm:t>
    </dgm:pt>
    <dgm:pt modelId="{7BE491C8-2E40-429F-BE05-BB454692BE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Backend stable</a:t>
          </a:r>
        </a:p>
      </dgm:t>
    </dgm:pt>
    <dgm:pt modelId="{EEB4CC4B-8B55-4E64-A17B-E20B1A6D8391}" type="parTrans" cxnId="{3A637EF4-70E3-41DD-B919-FF92B7DD696A}">
      <dgm:prSet/>
      <dgm:spPr/>
      <dgm:t>
        <a:bodyPr/>
        <a:lstStyle/>
        <a:p>
          <a:endParaRPr lang="en-US"/>
        </a:p>
      </dgm:t>
    </dgm:pt>
    <dgm:pt modelId="{7D3E177A-74D2-4769-B4F4-9F90C1F1332E}" type="sibTrans" cxnId="{3A637EF4-70E3-41DD-B919-FF92B7DD696A}">
      <dgm:prSet/>
      <dgm:spPr/>
      <dgm:t>
        <a:bodyPr/>
        <a:lstStyle/>
        <a:p>
          <a:endParaRPr lang="en-US"/>
        </a:p>
      </dgm:t>
    </dgm:pt>
    <dgm:pt modelId="{9B1924B7-36CC-4014-85BB-C203AE89D11D}" type="pres">
      <dgm:prSet presAssocID="{09227958-974F-4309-B3D6-6F67D99BDA92}" presName="root" presStyleCnt="0">
        <dgm:presLayoutVars>
          <dgm:dir/>
          <dgm:resizeHandles val="exact"/>
        </dgm:presLayoutVars>
      </dgm:prSet>
      <dgm:spPr/>
    </dgm:pt>
    <dgm:pt modelId="{40460CC1-8042-4C84-BBBD-A84FA870D266}" type="pres">
      <dgm:prSet presAssocID="{3C2AEE91-D9E5-4AB7-B408-1A1815543CDA}" presName="compNode" presStyleCnt="0"/>
      <dgm:spPr/>
    </dgm:pt>
    <dgm:pt modelId="{F3C2EC98-990A-44B9-9848-DF80F57D8CB8}" type="pres">
      <dgm:prSet presAssocID="{3C2AEE91-D9E5-4AB7-B408-1A1815543CDA}" presName="bgRect" presStyleLbl="bgShp" presStyleIdx="0" presStyleCnt="5"/>
      <dgm:spPr/>
    </dgm:pt>
    <dgm:pt modelId="{FDBEAC16-979C-4076-B59D-AAB0BA2C3CA9}" type="pres">
      <dgm:prSet presAssocID="{3C2AEE91-D9E5-4AB7-B408-1A1815543CD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1392846-6C3E-412F-88F6-A3A8077A89BA}" type="pres">
      <dgm:prSet presAssocID="{3C2AEE91-D9E5-4AB7-B408-1A1815543CDA}" presName="spaceRect" presStyleCnt="0"/>
      <dgm:spPr/>
    </dgm:pt>
    <dgm:pt modelId="{E127F30D-29BC-4B7A-BBE1-E27E25CB7B99}" type="pres">
      <dgm:prSet presAssocID="{3C2AEE91-D9E5-4AB7-B408-1A1815543CDA}" presName="parTx" presStyleLbl="revTx" presStyleIdx="0" presStyleCnt="5">
        <dgm:presLayoutVars>
          <dgm:chMax val="0"/>
          <dgm:chPref val="0"/>
        </dgm:presLayoutVars>
      </dgm:prSet>
      <dgm:spPr/>
    </dgm:pt>
    <dgm:pt modelId="{9C08A986-8E78-427F-A576-7F12402AA85A}" type="pres">
      <dgm:prSet presAssocID="{708D17AC-B19D-4FF2-89F3-07AF890CB4AE}" presName="sibTrans" presStyleCnt="0"/>
      <dgm:spPr/>
    </dgm:pt>
    <dgm:pt modelId="{B47E7C44-0AFD-49EA-8D13-10A215390100}" type="pres">
      <dgm:prSet presAssocID="{ECC7F16D-9614-44F0-A851-A5E414EDC05D}" presName="compNode" presStyleCnt="0"/>
      <dgm:spPr/>
    </dgm:pt>
    <dgm:pt modelId="{730CEE27-D845-4994-99F6-CEF653BC41CB}" type="pres">
      <dgm:prSet presAssocID="{ECC7F16D-9614-44F0-A851-A5E414EDC05D}" presName="bgRect" presStyleLbl="bgShp" presStyleIdx="1" presStyleCnt="5"/>
      <dgm:spPr/>
    </dgm:pt>
    <dgm:pt modelId="{3FB7C7D8-5EF0-4B94-9254-AFC833E1F99B}" type="pres">
      <dgm:prSet presAssocID="{ECC7F16D-9614-44F0-A851-A5E414EDC05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0FC0FFA-2DA7-441E-A27B-BF6324A1B382}" type="pres">
      <dgm:prSet presAssocID="{ECC7F16D-9614-44F0-A851-A5E414EDC05D}" presName="spaceRect" presStyleCnt="0"/>
      <dgm:spPr/>
    </dgm:pt>
    <dgm:pt modelId="{F6669C14-FB6E-4A91-948B-37B64F1491D6}" type="pres">
      <dgm:prSet presAssocID="{ECC7F16D-9614-44F0-A851-A5E414EDC05D}" presName="parTx" presStyleLbl="revTx" presStyleIdx="1" presStyleCnt="5">
        <dgm:presLayoutVars>
          <dgm:chMax val="0"/>
          <dgm:chPref val="0"/>
        </dgm:presLayoutVars>
      </dgm:prSet>
      <dgm:spPr/>
    </dgm:pt>
    <dgm:pt modelId="{FCC1B197-0197-42EF-BAA0-F60EA1360D89}" type="pres">
      <dgm:prSet presAssocID="{CE0568FE-7C90-4DD0-AD4F-35B07882EA2B}" presName="sibTrans" presStyleCnt="0"/>
      <dgm:spPr/>
    </dgm:pt>
    <dgm:pt modelId="{708A77A3-A077-413F-9B9D-8FA67FC97229}" type="pres">
      <dgm:prSet presAssocID="{8AF46742-FAE1-4F03-895E-C69CFB41FC53}" presName="compNode" presStyleCnt="0"/>
      <dgm:spPr/>
    </dgm:pt>
    <dgm:pt modelId="{BABEE06B-C161-4B9B-840D-865E9FBCAEC8}" type="pres">
      <dgm:prSet presAssocID="{8AF46742-FAE1-4F03-895E-C69CFB41FC53}" presName="bgRect" presStyleLbl="bgShp" presStyleIdx="2" presStyleCnt="5"/>
      <dgm:spPr/>
    </dgm:pt>
    <dgm:pt modelId="{AC839925-DC8A-46FB-9358-725C7884C73E}" type="pres">
      <dgm:prSet presAssocID="{8AF46742-FAE1-4F03-895E-C69CFB41FC5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9290950-B5DE-4101-9194-FC53A9D00F65}" type="pres">
      <dgm:prSet presAssocID="{8AF46742-FAE1-4F03-895E-C69CFB41FC53}" presName="spaceRect" presStyleCnt="0"/>
      <dgm:spPr/>
    </dgm:pt>
    <dgm:pt modelId="{B9ACBE3C-8993-49B7-9FE9-05F1E917B13E}" type="pres">
      <dgm:prSet presAssocID="{8AF46742-FAE1-4F03-895E-C69CFB41FC53}" presName="parTx" presStyleLbl="revTx" presStyleIdx="2" presStyleCnt="5">
        <dgm:presLayoutVars>
          <dgm:chMax val="0"/>
          <dgm:chPref val="0"/>
        </dgm:presLayoutVars>
      </dgm:prSet>
      <dgm:spPr/>
    </dgm:pt>
    <dgm:pt modelId="{F4974C1B-8D50-47A8-A461-B97F180F0F55}" type="pres">
      <dgm:prSet presAssocID="{923DDD27-F087-495C-A21F-8A2CBF968F12}" presName="sibTrans" presStyleCnt="0"/>
      <dgm:spPr/>
    </dgm:pt>
    <dgm:pt modelId="{EA968299-4DE6-449A-BDBF-54798C5F72A4}" type="pres">
      <dgm:prSet presAssocID="{E5E2418B-0988-4B77-A86E-7A14B1861AC4}" presName="compNode" presStyleCnt="0"/>
      <dgm:spPr/>
    </dgm:pt>
    <dgm:pt modelId="{7615A348-5B5B-4D5A-9960-B6E382A19827}" type="pres">
      <dgm:prSet presAssocID="{E5E2418B-0988-4B77-A86E-7A14B1861AC4}" presName="bgRect" presStyleLbl="bgShp" presStyleIdx="3" presStyleCnt="5"/>
      <dgm:spPr/>
    </dgm:pt>
    <dgm:pt modelId="{E4AAF8FC-139E-4C34-88F3-CF75CC273A36}" type="pres">
      <dgm:prSet presAssocID="{E5E2418B-0988-4B77-A86E-7A14B1861AC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0491A6BA-0310-47E3-BE2F-45AFE89AA7F8}" type="pres">
      <dgm:prSet presAssocID="{E5E2418B-0988-4B77-A86E-7A14B1861AC4}" presName="spaceRect" presStyleCnt="0"/>
      <dgm:spPr/>
    </dgm:pt>
    <dgm:pt modelId="{35F85D5F-87C2-4A88-851E-83A672188D81}" type="pres">
      <dgm:prSet presAssocID="{E5E2418B-0988-4B77-A86E-7A14B1861AC4}" presName="parTx" presStyleLbl="revTx" presStyleIdx="3" presStyleCnt="5">
        <dgm:presLayoutVars>
          <dgm:chMax val="0"/>
          <dgm:chPref val="0"/>
        </dgm:presLayoutVars>
      </dgm:prSet>
      <dgm:spPr/>
    </dgm:pt>
    <dgm:pt modelId="{58792A30-CB20-42DB-97EA-B4E81F93C2A2}" type="pres">
      <dgm:prSet presAssocID="{FAE771AA-F198-4F35-BE66-06B709EAF30B}" presName="sibTrans" presStyleCnt="0"/>
      <dgm:spPr/>
    </dgm:pt>
    <dgm:pt modelId="{412EFA87-C429-4EBD-B355-F0FD5E173EB7}" type="pres">
      <dgm:prSet presAssocID="{7BE491C8-2E40-429F-BE05-BB454692BE4F}" presName="compNode" presStyleCnt="0"/>
      <dgm:spPr/>
    </dgm:pt>
    <dgm:pt modelId="{6C48F3B6-7D26-451D-A95D-63E75F7F86A4}" type="pres">
      <dgm:prSet presAssocID="{7BE491C8-2E40-429F-BE05-BB454692BE4F}" presName="bgRect" presStyleLbl="bgShp" presStyleIdx="4" presStyleCnt="5"/>
      <dgm:spPr/>
    </dgm:pt>
    <dgm:pt modelId="{265708E8-ABC7-4C13-80A6-F863D8309745}" type="pres">
      <dgm:prSet presAssocID="{7BE491C8-2E40-429F-BE05-BB454692BE4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F4EF19F-AE09-41BF-A77E-ED8AD0F7EF4C}" type="pres">
      <dgm:prSet presAssocID="{7BE491C8-2E40-429F-BE05-BB454692BE4F}" presName="spaceRect" presStyleCnt="0"/>
      <dgm:spPr/>
    </dgm:pt>
    <dgm:pt modelId="{AE2AE9DD-72E0-4030-AB7B-D9DEAB24D0D6}" type="pres">
      <dgm:prSet presAssocID="{7BE491C8-2E40-429F-BE05-BB454692BE4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620995F-E206-419E-BB86-717B3DFE831A}" type="presOf" srcId="{7BE491C8-2E40-429F-BE05-BB454692BE4F}" destId="{AE2AE9DD-72E0-4030-AB7B-D9DEAB24D0D6}" srcOrd="0" destOrd="0" presId="urn:microsoft.com/office/officeart/2018/2/layout/IconVerticalSolidList"/>
    <dgm:cxn modelId="{341E636A-D1AC-4AED-B27F-A951E1B32BF7}" type="presOf" srcId="{09227958-974F-4309-B3D6-6F67D99BDA92}" destId="{9B1924B7-36CC-4014-85BB-C203AE89D11D}" srcOrd="0" destOrd="0" presId="urn:microsoft.com/office/officeart/2018/2/layout/IconVerticalSolidList"/>
    <dgm:cxn modelId="{BB41E94E-337D-4BF2-80DE-7BF9489D0FA1}" type="presOf" srcId="{ECC7F16D-9614-44F0-A851-A5E414EDC05D}" destId="{F6669C14-FB6E-4A91-948B-37B64F1491D6}" srcOrd="0" destOrd="0" presId="urn:microsoft.com/office/officeart/2018/2/layout/IconVerticalSolidList"/>
    <dgm:cxn modelId="{C8F2F555-EB7B-48C0-8AD9-C474269B432A}" srcId="{09227958-974F-4309-B3D6-6F67D99BDA92}" destId="{E5E2418B-0988-4B77-A86E-7A14B1861AC4}" srcOrd="3" destOrd="0" parTransId="{C629A9E8-B8D5-4323-A975-9ECFDE14A8F4}" sibTransId="{FAE771AA-F198-4F35-BE66-06B709EAF30B}"/>
    <dgm:cxn modelId="{3565EA77-4326-4A41-B6C2-A5BCD1F18EDD}" type="presOf" srcId="{8AF46742-FAE1-4F03-895E-C69CFB41FC53}" destId="{B9ACBE3C-8993-49B7-9FE9-05F1E917B13E}" srcOrd="0" destOrd="0" presId="urn:microsoft.com/office/officeart/2018/2/layout/IconVerticalSolidList"/>
    <dgm:cxn modelId="{701916AB-FD14-4A40-BCEE-2EC6CB918EB7}" type="presOf" srcId="{E5E2418B-0988-4B77-A86E-7A14B1861AC4}" destId="{35F85D5F-87C2-4A88-851E-83A672188D81}" srcOrd="0" destOrd="0" presId="urn:microsoft.com/office/officeart/2018/2/layout/IconVerticalSolidList"/>
    <dgm:cxn modelId="{08834DC1-E4E7-4206-8FC4-A077454CD71E}" srcId="{09227958-974F-4309-B3D6-6F67D99BDA92}" destId="{3C2AEE91-D9E5-4AB7-B408-1A1815543CDA}" srcOrd="0" destOrd="0" parTransId="{8A011AC8-A074-46CA-8652-B9B7222D8FA0}" sibTransId="{708D17AC-B19D-4FF2-89F3-07AF890CB4AE}"/>
    <dgm:cxn modelId="{90DFD4D8-9D11-4512-AB06-A5DBDFE46E40}" type="presOf" srcId="{3C2AEE91-D9E5-4AB7-B408-1A1815543CDA}" destId="{E127F30D-29BC-4B7A-BBE1-E27E25CB7B99}" srcOrd="0" destOrd="0" presId="urn:microsoft.com/office/officeart/2018/2/layout/IconVerticalSolidList"/>
    <dgm:cxn modelId="{250F37DD-6D3B-44F1-8538-5B4FE53BF3DC}" srcId="{09227958-974F-4309-B3D6-6F67D99BDA92}" destId="{8AF46742-FAE1-4F03-895E-C69CFB41FC53}" srcOrd="2" destOrd="0" parTransId="{C3C627E9-4FF4-48AA-B4E9-46FBC8DE7C32}" sibTransId="{923DDD27-F087-495C-A21F-8A2CBF968F12}"/>
    <dgm:cxn modelId="{3A637EF4-70E3-41DD-B919-FF92B7DD696A}" srcId="{09227958-974F-4309-B3D6-6F67D99BDA92}" destId="{7BE491C8-2E40-429F-BE05-BB454692BE4F}" srcOrd="4" destOrd="0" parTransId="{EEB4CC4B-8B55-4E64-A17B-E20B1A6D8391}" sibTransId="{7D3E177A-74D2-4769-B4F4-9F90C1F1332E}"/>
    <dgm:cxn modelId="{F85A8EFD-553D-4CAE-A0EC-31FE29948D6C}" srcId="{09227958-974F-4309-B3D6-6F67D99BDA92}" destId="{ECC7F16D-9614-44F0-A851-A5E414EDC05D}" srcOrd="1" destOrd="0" parTransId="{4150B547-24AD-4EB4-B3B0-AEF03DE6F889}" sibTransId="{CE0568FE-7C90-4DD0-AD4F-35B07882EA2B}"/>
    <dgm:cxn modelId="{610A54EA-71E8-467C-B6F0-C631A278C16E}" type="presParOf" srcId="{9B1924B7-36CC-4014-85BB-C203AE89D11D}" destId="{40460CC1-8042-4C84-BBBD-A84FA870D266}" srcOrd="0" destOrd="0" presId="urn:microsoft.com/office/officeart/2018/2/layout/IconVerticalSolidList"/>
    <dgm:cxn modelId="{57D567CB-8825-4F1F-81B0-63715F5D7E29}" type="presParOf" srcId="{40460CC1-8042-4C84-BBBD-A84FA870D266}" destId="{F3C2EC98-990A-44B9-9848-DF80F57D8CB8}" srcOrd="0" destOrd="0" presId="urn:microsoft.com/office/officeart/2018/2/layout/IconVerticalSolidList"/>
    <dgm:cxn modelId="{0A2E00BF-8F62-41F0-8DDC-D5B27A1FD1A9}" type="presParOf" srcId="{40460CC1-8042-4C84-BBBD-A84FA870D266}" destId="{FDBEAC16-979C-4076-B59D-AAB0BA2C3CA9}" srcOrd="1" destOrd="0" presId="urn:microsoft.com/office/officeart/2018/2/layout/IconVerticalSolidList"/>
    <dgm:cxn modelId="{67116891-0C12-4A90-AAC5-42256295F2B6}" type="presParOf" srcId="{40460CC1-8042-4C84-BBBD-A84FA870D266}" destId="{21392846-6C3E-412F-88F6-A3A8077A89BA}" srcOrd="2" destOrd="0" presId="urn:microsoft.com/office/officeart/2018/2/layout/IconVerticalSolidList"/>
    <dgm:cxn modelId="{7E2C162E-ED8C-44F4-B5FF-004FD6AEAD22}" type="presParOf" srcId="{40460CC1-8042-4C84-BBBD-A84FA870D266}" destId="{E127F30D-29BC-4B7A-BBE1-E27E25CB7B99}" srcOrd="3" destOrd="0" presId="urn:microsoft.com/office/officeart/2018/2/layout/IconVerticalSolidList"/>
    <dgm:cxn modelId="{74F8EE89-7903-4117-9CA3-64DF6BD6BC64}" type="presParOf" srcId="{9B1924B7-36CC-4014-85BB-C203AE89D11D}" destId="{9C08A986-8E78-427F-A576-7F12402AA85A}" srcOrd="1" destOrd="0" presId="urn:microsoft.com/office/officeart/2018/2/layout/IconVerticalSolidList"/>
    <dgm:cxn modelId="{10E46FBD-1716-4A34-AAFB-E7FAE5482C20}" type="presParOf" srcId="{9B1924B7-36CC-4014-85BB-C203AE89D11D}" destId="{B47E7C44-0AFD-49EA-8D13-10A215390100}" srcOrd="2" destOrd="0" presId="urn:microsoft.com/office/officeart/2018/2/layout/IconVerticalSolidList"/>
    <dgm:cxn modelId="{0050CEC0-2E92-430D-9428-ED49C55D5F09}" type="presParOf" srcId="{B47E7C44-0AFD-49EA-8D13-10A215390100}" destId="{730CEE27-D845-4994-99F6-CEF653BC41CB}" srcOrd="0" destOrd="0" presId="urn:microsoft.com/office/officeart/2018/2/layout/IconVerticalSolidList"/>
    <dgm:cxn modelId="{23241380-7236-426C-BE10-64CE9BD0695A}" type="presParOf" srcId="{B47E7C44-0AFD-49EA-8D13-10A215390100}" destId="{3FB7C7D8-5EF0-4B94-9254-AFC833E1F99B}" srcOrd="1" destOrd="0" presId="urn:microsoft.com/office/officeart/2018/2/layout/IconVerticalSolidList"/>
    <dgm:cxn modelId="{3DB6F303-B6D6-40A0-B700-31513FA13683}" type="presParOf" srcId="{B47E7C44-0AFD-49EA-8D13-10A215390100}" destId="{40FC0FFA-2DA7-441E-A27B-BF6324A1B382}" srcOrd="2" destOrd="0" presId="urn:microsoft.com/office/officeart/2018/2/layout/IconVerticalSolidList"/>
    <dgm:cxn modelId="{0C6E0D99-7CBD-4B27-B38C-D5355B667036}" type="presParOf" srcId="{B47E7C44-0AFD-49EA-8D13-10A215390100}" destId="{F6669C14-FB6E-4A91-948B-37B64F1491D6}" srcOrd="3" destOrd="0" presId="urn:microsoft.com/office/officeart/2018/2/layout/IconVerticalSolidList"/>
    <dgm:cxn modelId="{34CC0096-C59E-437C-9B3B-B3A4C1DEF44F}" type="presParOf" srcId="{9B1924B7-36CC-4014-85BB-C203AE89D11D}" destId="{FCC1B197-0197-42EF-BAA0-F60EA1360D89}" srcOrd="3" destOrd="0" presId="urn:microsoft.com/office/officeart/2018/2/layout/IconVerticalSolidList"/>
    <dgm:cxn modelId="{A918ABC9-7000-41FD-86A4-E714CB7E2AD7}" type="presParOf" srcId="{9B1924B7-36CC-4014-85BB-C203AE89D11D}" destId="{708A77A3-A077-413F-9B9D-8FA67FC97229}" srcOrd="4" destOrd="0" presId="urn:microsoft.com/office/officeart/2018/2/layout/IconVerticalSolidList"/>
    <dgm:cxn modelId="{5D74B8BC-4354-402A-973B-6AE3FD60B46B}" type="presParOf" srcId="{708A77A3-A077-413F-9B9D-8FA67FC97229}" destId="{BABEE06B-C161-4B9B-840D-865E9FBCAEC8}" srcOrd="0" destOrd="0" presId="urn:microsoft.com/office/officeart/2018/2/layout/IconVerticalSolidList"/>
    <dgm:cxn modelId="{E17F1140-D34F-4194-AC31-19CE5E4D75A5}" type="presParOf" srcId="{708A77A3-A077-413F-9B9D-8FA67FC97229}" destId="{AC839925-DC8A-46FB-9358-725C7884C73E}" srcOrd="1" destOrd="0" presId="urn:microsoft.com/office/officeart/2018/2/layout/IconVerticalSolidList"/>
    <dgm:cxn modelId="{1A8AF8D7-FDF6-476D-80EB-9B6E551E460C}" type="presParOf" srcId="{708A77A3-A077-413F-9B9D-8FA67FC97229}" destId="{C9290950-B5DE-4101-9194-FC53A9D00F65}" srcOrd="2" destOrd="0" presId="urn:microsoft.com/office/officeart/2018/2/layout/IconVerticalSolidList"/>
    <dgm:cxn modelId="{8A1B01A6-6AA9-479B-8A35-6D91F1527A9A}" type="presParOf" srcId="{708A77A3-A077-413F-9B9D-8FA67FC97229}" destId="{B9ACBE3C-8993-49B7-9FE9-05F1E917B13E}" srcOrd="3" destOrd="0" presId="urn:microsoft.com/office/officeart/2018/2/layout/IconVerticalSolidList"/>
    <dgm:cxn modelId="{C648EFF5-153A-445C-9176-55683CD60EBD}" type="presParOf" srcId="{9B1924B7-36CC-4014-85BB-C203AE89D11D}" destId="{F4974C1B-8D50-47A8-A461-B97F180F0F55}" srcOrd="5" destOrd="0" presId="urn:microsoft.com/office/officeart/2018/2/layout/IconVerticalSolidList"/>
    <dgm:cxn modelId="{2E6FA276-BEE5-4EC7-9CD3-3F9AB59C2DBA}" type="presParOf" srcId="{9B1924B7-36CC-4014-85BB-C203AE89D11D}" destId="{EA968299-4DE6-449A-BDBF-54798C5F72A4}" srcOrd="6" destOrd="0" presId="urn:microsoft.com/office/officeart/2018/2/layout/IconVerticalSolidList"/>
    <dgm:cxn modelId="{F22DD476-897A-4FDB-9B57-27A98ED7B66D}" type="presParOf" srcId="{EA968299-4DE6-449A-BDBF-54798C5F72A4}" destId="{7615A348-5B5B-4D5A-9960-B6E382A19827}" srcOrd="0" destOrd="0" presId="urn:microsoft.com/office/officeart/2018/2/layout/IconVerticalSolidList"/>
    <dgm:cxn modelId="{CD6E00E3-429A-4E9D-AFBB-0BF598FDA54A}" type="presParOf" srcId="{EA968299-4DE6-449A-BDBF-54798C5F72A4}" destId="{E4AAF8FC-139E-4C34-88F3-CF75CC273A36}" srcOrd="1" destOrd="0" presId="urn:microsoft.com/office/officeart/2018/2/layout/IconVerticalSolidList"/>
    <dgm:cxn modelId="{AB7BFDA8-4684-4B84-A6D7-1AF91558667B}" type="presParOf" srcId="{EA968299-4DE6-449A-BDBF-54798C5F72A4}" destId="{0491A6BA-0310-47E3-BE2F-45AFE89AA7F8}" srcOrd="2" destOrd="0" presId="urn:microsoft.com/office/officeart/2018/2/layout/IconVerticalSolidList"/>
    <dgm:cxn modelId="{60CA72BE-50DD-4BA8-B338-8A410B88D2A6}" type="presParOf" srcId="{EA968299-4DE6-449A-BDBF-54798C5F72A4}" destId="{35F85D5F-87C2-4A88-851E-83A672188D81}" srcOrd="3" destOrd="0" presId="urn:microsoft.com/office/officeart/2018/2/layout/IconVerticalSolidList"/>
    <dgm:cxn modelId="{930222FC-1CDF-4F87-81D6-D27702A399C2}" type="presParOf" srcId="{9B1924B7-36CC-4014-85BB-C203AE89D11D}" destId="{58792A30-CB20-42DB-97EA-B4E81F93C2A2}" srcOrd="7" destOrd="0" presId="urn:microsoft.com/office/officeart/2018/2/layout/IconVerticalSolidList"/>
    <dgm:cxn modelId="{48A5D96B-8B71-4DE3-90C3-51F0309B8588}" type="presParOf" srcId="{9B1924B7-36CC-4014-85BB-C203AE89D11D}" destId="{412EFA87-C429-4EBD-B355-F0FD5E173EB7}" srcOrd="8" destOrd="0" presId="urn:microsoft.com/office/officeart/2018/2/layout/IconVerticalSolidList"/>
    <dgm:cxn modelId="{4FBB747E-6D70-4439-9035-B8C1570C260B}" type="presParOf" srcId="{412EFA87-C429-4EBD-B355-F0FD5E173EB7}" destId="{6C48F3B6-7D26-451D-A95D-63E75F7F86A4}" srcOrd="0" destOrd="0" presId="urn:microsoft.com/office/officeart/2018/2/layout/IconVerticalSolidList"/>
    <dgm:cxn modelId="{69DB8474-CBD2-483A-A001-99113B55ED9A}" type="presParOf" srcId="{412EFA87-C429-4EBD-B355-F0FD5E173EB7}" destId="{265708E8-ABC7-4C13-80A6-F863D8309745}" srcOrd="1" destOrd="0" presId="urn:microsoft.com/office/officeart/2018/2/layout/IconVerticalSolidList"/>
    <dgm:cxn modelId="{96FAF72D-4EBC-41F3-B4E8-6DE287990EBC}" type="presParOf" srcId="{412EFA87-C429-4EBD-B355-F0FD5E173EB7}" destId="{FF4EF19F-AE09-41BF-A77E-ED8AD0F7EF4C}" srcOrd="2" destOrd="0" presId="urn:microsoft.com/office/officeart/2018/2/layout/IconVerticalSolidList"/>
    <dgm:cxn modelId="{4F8E4C7F-0888-4E2D-B48C-26C6363673C9}" type="presParOf" srcId="{412EFA87-C429-4EBD-B355-F0FD5E173EB7}" destId="{AE2AE9DD-72E0-4030-AB7B-D9DEAB24D0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3C65063-FDCE-4B3C-953B-AE915EB20E86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4385148-0D88-46BA-A7AB-8F971E0FDF5A}">
      <dgm:prSet/>
      <dgm:spPr/>
      <dgm:t>
        <a:bodyPr/>
        <a:lstStyle/>
        <a:p>
          <a:r>
            <a:rPr lang="en-US"/>
            <a:t>Build</a:t>
          </a:r>
        </a:p>
      </dgm:t>
    </dgm:pt>
    <dgm:pt modelId="{ECFE165C-FC54-4522-9E24-255884E66E09}" type="parTrans" cxnId="{654B8BA1-A3D7-46B3-9DEF-59DF87413193}">
      <dgm:prSet/>
      <dgm:spPr/>
      <dgm:t>
        <a:bodyPr/>
        <a:lstStyle/>
        <a:p>
          <a:endParaRPr lang="en-US"/>
        </a:p>
      </dgm:t>
    </dgm:pt>
    <dgm:pt modelId="{6D3D8CF9-3D53-4BF4-B1FD-8D5BA534848F}" type="sibTrans" cxnId="{654B8BA1-A3D7-46B3-9DEF-59DF87413193}">
      <dgm:prSet/>
      <dgm:spPr/>
      <dgm:t>
        <a:bodyPr/>
        <a:lstStyle/>
        <a:p>
          <a:endParaRPr lang="en-US"/>
        </a:p>
      </dgm:t>
    </dgm:pt>
    <dgm:pt modelId="{FB171640-7870-45B5-965B-ED99A1AD8B28}">
      <dgm:prSet/>
      <dgm:spPr/>
      <dgm:t>
        <a:bodyPr/>
        <a:lstStyle/>
        <a:p>
          <a:r>
            <a:rPr lang="en-US"/>
            <a:t>Build frontend dashboard to display predictions</a:t>
          </a:r>
        </a:p>
      </dgm:t>
    </dgm:pt>
    <dgm:pt modelId="{0ED604B6-1C7C-42C0-AB55-A106D5BBEB97}" type="parTrans" cxnId="{ACEE3E7F-A784-4BF9-A55C-1ABA53B9F922}">
      <dgm:prSet/>
      <dgm:spPr/>
      <dgm:t>
        <a:bodyPr/>
        <a:lstStyle/>
        <a:p>
          <a:endParaRPr lang="en-US"/>
        </a:p>
      </dgm:t>
    </dgm:pt>
    <dgm:pt modelId="{CC51DA86-4056-4448-BFE2-C87A7D011F76}" type="sibTrans" cxnId="{ACEE3E7F-A784-4BF9-A55C-1ABA53B9F922}">
      <dgm:prSet/>
      <dgm:spPr/>
      <dgm:t>
        <a:bodyPr/>
        <a:lstStyle/>
        <a:p>
          <a:endParaRPr lang="en-US"/>
        </a:p>
      </dgm:t>
    </dgm:pt>
    <dgm:pt modelId="{44A5F47D-EE3D-45CB-BC20-8B0AEC5A516C}">
      <dgm:prSet/>
      <dgm:spPr/>
      <dgm:t>
        <a:bodyPr/>
        <a:lstStyle/>
        <a:p>
          <a:r>
            <a:rPr lang="en-US"/>
            <a:t>Add</a:t>
          </a:r>
        </a:p>
      </dgm:t>
    </dgm:pt>
    <dgm:pt modelId="{1AC3A7F3-DBFB-4285-A55B-1E062EF08EA6}" type="parTrans" cxnId="{55549862-ADE0-4C09-BF54-619F7E34A1E5}">
      <dgm:prSet/>
      <dgm:spPr/>
      <dgm:t>
        <a:bodyPr/>
        <a:lstStyle/>
        <a:p>
          <a:endParaRPr lang="en-US"/>
        </a:p>
      </dgm:t>
    </dgm:pt>
    <dgm:pt modelId="{B8A7DCB6-A29F-4DDD-9502-D33DF5778A4E}" type="sibTrans" cxnId="{55549862-ADE0-4C09-BF54-619F7E34A1E5}">
      <dgm:prSet/>
      <dgm:spPr/>
      <dgm:t>
        <a:bodyPr/>
        <a:lstStyle/>
        <a:p>
          <a:endParaRPr lang="en-US"/>
        </a:p>
      </dgm:t>
    </dgm:pt>
    <dgm:pt modelId="{25B59409-E8B7-4BB1-A93C-02783E270013}">
      <dgm:prSet/>
      <dgm:spPr/>
      <dgm:t>
        <a:bodyPr/>
        <a:lstStyle/>
        <a:p>
          <a:r>
            <a:rPr lang="en-US"/>
            <a:t>Add inventory recommendations</a:t>
          </a:r>
        </a:p>
      </dgm:t>
    </dgm:pt>
    <dgm:pt modelId="{E5957976-A5D0-44A0-B254-DA19EBA37184}" type="parTrans" cxnId="{60A16B68-F51F-4940-9486-5192E0B1E541}">
      <dgm:prSet/>
      <dgm:spPr/>
      <dgm:t>
        <a:bodyPr/>
        <a:lstStyle/>
        <a:p>
          <a:endParaRPr lang="en-US"/>
        </a:p>
      </dgm:t>
    </dgm:pt>
    <dgm:pt modelId="{16C71F9F-634B-4595-9A88-37471B689D07}" type="sibTrans" cxnId="{60A16B68-F51F-4940-9486-5192E0B1E541}">
      <dgm:prSet/>
      <dgm:spPr/>
      <dgm:t>
        <a:bodyPr/>
        <a:lstStyle/>
        <a:p>
          <a:endParaRPr lang="en-US"/>
        </a:p>
      </dgm:t>
    </dgm:pt>
    <dgm:pt modelId="{550D09D6-AC9F-4067-B349-B778F896FFEC}">
      <dgm:prSet/>
      <dgm:spPr/>
      <dgm:t>
        <a:bodyPr/>
        <a:lstStyle/>
        <a:p>
          <a:r>
            <a:rPr lang="en-US"/>
            <a:t>Add</a:t>
          </a:r>
        </a:p>
      </dgm:t>
    </dgm:pt>
    <dgm:pt modelId="{00718154-1B51-4192-A53A-3AA74555E69F}" type="parTrans" cxnId="{7654D6F7-4E27-411B-9ACA-1B09D9696EAC}">
      <dgm:prSet/>
      <dgm:spPr/>
      <dgm:t>
        <a:bodyPr/>
        <a:lstStyle/>
        <a:p>
          <a:endParaRPr lang="en-US"/>
        </a:p>
      </dgm:t>
    </dgm:pt>
    <dgm:pt modelId="{E615238E-16B2-4F47-B8AB-F8FB48A98C0C}" type="sibTrans" cxnId="{7654D6F7-4E27-411B-9ACA-1B09D9696EAC}">
      <dgm:prSet/>
      <dgm:spPr/>
      <dgm:t>
        <a:bodyPr/>
        <a:lstStyle/>
        <a:p>
          <a:endParaRPr lang="en-US"/>
        </a:p>
      </dgm:t>
    </dgm:pt>
    <dgm:pt modelId="{8B487ED9-FCF5-4C70-9072-265CE9D1DF86}">
      <dgm:prSet/>
      <dgm:spPr/>
      <dgm:t>
        <a:bodyPr/>
        <a:lstStyle/>
        <a:p>
          <a:r>
            <a:rPr lang="en-US"/>
            <a:t>Add stockout alerts</a:t>
          </a:r>
        </a:p>
      </dgm:t>
    </dgm:pt>
    <dgm:pt modelId="{77C25CDA-987B-4AE4-B790-ACFCD791ECEC}" type="parTrans" cxnId="{09D17C07-8011-43D2-98B4-7FD37777472A}">
      <dgm:prSet/>
      <dgm:spPr/>
      <dgm:t>
        <a:bodyPr/>
        <a:lstStyle/>
        <a:p>
          <a:endParaRPr lang="en-US"/>
        </a:p>
      </dgm:t>
    </dgm:pt>
    <dgm:pt modelId="{FA3CD680-7EC1-460D-99FF-5E36C4487686}" type="sibTrans" cxnId="{09D17C07-8011-43D2-98B4-7FD37777472A}">
      <dgm:prSet/>
      <dgm:spPr/>
      <dgm:t>
        <a:bodyPr/>
        <a:lstStyle/>
        <a:p>
          <a:endParaRPr lang="en-US"/>
        </a:p>
      </dgm:t>
    </dgm:pt>
    <dgm:pt modelId="{B27B5C70-0020-4581-8257-A2FAC77D49C5}">
      <dgm:prSet/>
      <dgm:spPr/>
      <dgm:t>
        <a:bodyPr/>
        <a:lstStyle/>
        <a:p>
          <a:r>
            <a:rPr lang="en-US"/>
            <a:t>Improve</a:t>
          </a:r>
        </a:p>
      </dgm:t>
    </dgm:pt>
    <dgm:pt modelId="{56C0A35B-6DFF-4A92-8AD1-A90EE752F00D}" type="parTrans" cxnId="{ABB3A214-8905-4DF6-9D7B-6B86E1461B6D}">
      <dgm:prSet/>
      <dgm:spPr/>
      <dgm:t>
        <a:bodyPr/>
        <a:lstStyle/>
        <a:p>
          <a:endParaRPr lang="en-US"/>
        </a:p>
      </dgm:t>
    </dgm:pt>
    <dgm:pt modelId="{A00D6DE2-F7D2-4D6E-89F7-DDE8DC2C2835}" type="sibTrans" cxnId="{ABB3A214-8905-4DF6-9D7B-6B86E1461B6D}">
      <dgm:prSet/>
      <dgm:spPr/>
      <dgm:t>
        <a:bodyPr/>
        <a:lstStyle/>
        <a:p>
          <a:endParaRPr lang="en-US"/>
        </a:p>
      </dgm:t>
    </dgm:pt>
    <dgm:pt modelId="{D307B9D6-6451-4E87-90FF-31002F617AE9}">
      <dgm:prSet/>
      <dgm:spPr/>
      <dgm:t>
        <a:bodyPr/>
        <a:lstStyle/>
        <a:p>
          <a:r>
            <a:rPr lang="en-US"/>
            <a:t>Improve model accuracy with more features</a:t>
          </a:r>
        </a:p>
      </dgm:t>
    </dgm:pt>
    <dgm:pt modelId="{D775DE46-218C-47DF-BB4D-257C956D4423}" type="parTrans" cxnId="{39C43031-F5D3-4FEB-9198-5B1BAAE0B5FD}">
      <dgm:prSet/>
      <dgm:spPr/>
      <dgm:t>
        <a:bodyPr/>
        <a:lstStyle/>
        <a:p>
          <a:endParaRPr lang="en-US"/>
        </a:p>
      </dgm:t>
    </dgm:pt>
    <dgm:pt modelId="{369319CA-0334-42BF-8942-230A5F7CDA17}" type="sibTrans" cxnId="{39C43031-F5D3-4FEB-9198-5B1BAAE0B5FD}">
      <dgm:prSet/>
      <dgm:spPr/>
      <dgm:t>
        <a:bodyPr/>
        <a:lstStyle/>
        <a:p>
          <a:endParaRPr lang="en-US"/>
        </a:p>
      </dgm:t>
    </dgm:pt>
    <dgm:pt modelId="{5ACCD37E-009A-4D9E-82EA-8D91F9BB0598}">
      <dgm:prSet/>
      <dgm:spPr/>
      <dgm:t>
        <a:bodyPr/>
        <a:lstStyle/>
        <a:p>
          <a:r>
            <a:rPr lang="en-US"/>
            <a:t>Deploy</a:t>
          </a:r>
        </a:p>
      </dgm:t>
    </dgm:pt>
    <dgm:pt modelId="{553A59F5-3247-43B6-8652-8B9DB95F8742}" type="parTrans" cxnId="{99B6340A-EF70-4334-9D80-3C05D41DF8B5}">
      <dgm:prSet/>
      <dgm:spPr/>
      <dgm:t>
        <a:bodyPr/>
        <a:lstStyle/>
        <a:p>
          <a:endParaRPr lang="en-US"/>
        </a:p>
      </dgm:t>
    </dgm:pt>
    <dgm:pt modelId="{E88F5B30-1420-42A9-81B6-C5C176DCE6DE}" type="sibTrans" cxnId="{99B6340A-EF70-4334-9D80-3C05D41DF8B5}">
      <dgm:prSet/>
      <dgm:spPr/>
      <dgm:t>
        <a:bodyPr/>
        <a:lstStyle/>
        <a:p>
          <a:endParaRPr lang="en-US"/>
        </a:p>
      </dgm:t>
    </dgm:pt>
    <dgm:pt modelId="{D8350C6C-2AB1-4E7C-A6E6-9C18E0434B25}">
      <dgm:prSet/>
      <dgm:spPr/>
      <dgm:t>
        <a:bodyPr/>
        <a:lstStyle/>
        <a:p>
          <a:r>
            <a:rPr lang="en-US"/>
            <a:t>Deploy the system on cloud</a:t>
          </a:r>
        </a:p>
      </dgm:t>
    </dgm:pt>
    <dgm:pt modelId="{9321A6E4-713A-4B7F-AB3A-78F0BD3E7B86}" type="parTrans" cxnId="{DAC59F0E-84F7-4C2F-8344-FAE41A4DCEFE}">
      <dgm:prSet/>
      <dgm:spPr/>
      <dgm:t>
        <a:bodyPr/>
        <a:lstStyle/>
        <a:p>
          <a:endParaRPr lang="en-US"/>
        </a:p>
      </dgm:t>
    </dgm:pt>
    <dgm:pt modelId="{D2B6475B-9555-4894-A49E-727B44BD5A3E}" type="sibTrans" cxnId="{DAC59F0E-84F7-4C2F-8344-FAE41A4DCEFE}">
      <dgm:prSet/>
      <dgm:spPr/>
      <dgm:t>
        <a:bodyPr/>
        <a:lstStyle/>
        <a:p>
          <a:endParaRPr lang="en-US"/>
        </a:p>
      </dgm:t>
    </dgm:pt>
    <dgm:pt modelId="{1EFD5352-A9B2-4F9F-8BD9-B6082E35975E}" type="pres">
      <dgm:prSet presAssocID="{63C65063-FDCE-4B3C-953B-AE915EB20E86}" presName="Name0" presStyleCnt="0">
        <dgm:presLayoutVars>
          <dgm:dir/>
          <dgm:animLvl val="lvl"/>
          <dgm:resizeHandles val="exact"/>
        </dgm:presLayoutVars>
      </dgm:prSet>
      <dgm:spPr/>
    </dgm:pt>
    <dgm:pt modelId="{F06B9CD9-747B-4160-8045-807D24FD2CCB}" type="pres">
      <dgm:prSet presAssocID="{5ACCD37E-009A-4D9E-82EA-8D91F9BB0598}" presName="boxAndChildren" presStyleCnt="0"/>
      <dgm:spPr/>
    </dgm:pt>
    <dgm:pt modelId="{AA5F0F33-D62B-482C-BF41-B7A0BE0CBFD5}" type="pres">
      <dgm:prSet presAssocID="{5ACCD37E-009A-4D9E-82EA-8D91F9BB0598}" presName="parentTextBox" presStyleLbl="alignNode1" presStyleIdx="0" presStyleCnt="5"/>
      <dgm:spPr/>
    </dgm:pt>
    <dgm:pt modelId="{943F7767-5509-44F2-9161-46715482BBB8}" type="pres">
      <dgm:prSet presAssocID="{5ACCD37E-009A-4D9E-82EA-8D91F9BB0598}" presName="descendantBox" presStyleLbl="bgAccFollowNode1" presStyleIdx="0" presStyleCnt="5"/>
      <dgm:spPr/>
    </dgm:pt>
    <dgm:pt modelId="{DA84347B-097D-4DCE-9133-B3A1E43DE0CB}" type="pres">
      <dgm:prSet presAssocID="{A00D6DE2-F7D2-4D6E-89F7-DDE8DC2C2835}" presName="sp" presStyleCnt="0"/>
      <dgm:spPr/>
    </dgm:pt>
    <dgm:pt modelId="{C407775C-9C76-4623-A448-BB4E10A11098}" type="pres">
      <dgm:prSet presAssocID="{B27B5C70-0020-4581-8257-A2FAC77D49C5}" presName="arrowAndChildren" presStyleCnt="0"/>
      <dgm:spPr/>
    </dgm:pt>
    <dgm:pt modelId="{0832F1FD-13E9-428B-A5FF-69989881D749}" type="pres">
      <dgm:prSet presAssocID="{B27B5C70-0020-4581-8257-A2FAC77D49C5}" presName="parentTextArrow" presStyleLbl="node1" presStyleIdx="0" presStyleCnt="0"/>
      <dgm:spPr/>
    </dgm:pt>
    <dgm:pt modelId="{A83284D8-4F7A-4336-B7D9-951CA21E7F71}" type="pres">
      <dgm:prSet presAssocID="{B27B5C70-0020-4581-8257-A2FAC77D49C5}" presName="arrow" presStyleLbl="alignNode1" presStyleIdx="1" presStyleCnt="5"/>
      <dgm:spPr/>
    </dgm:pt>
    <dgm:pt modelId="{C68E7274-6869-4AC5-9C47-C02689A5282B}" type="pres">
      <dgm:prSet presAssocID="{B27B5C70-0020-4581-8257-A2FAC77D49C5}" presName="descendantArrow" presStyleLbl="bgAccFollowNode1" presStyleIdx="1" presStyleCnt="5"/>
      <dgm:spPr/>
    </dgm:pt>
    <dgm:pt modelId="{C3584A4B-DE50-44B2-A157-F0128A93EA8D}" type="pres">
      <dgm:prSet presAssocID="{E615238E-16B2-4F47-B8AB-F8FB48A98C0C}" presName="sp" presStyleCnt="0"/>
      <dgm:spPr/>
    </dgm:pt>
    <dgm:pt modelId="{049033DD-FAA2-4004-BE45-DFA3893BB67F}" type="pres">
      <dgm:prSet presAssocID="{550D09D6-AC9F-4067-B349-B778F896FFEC}" presName="arrowAndChildren" presStyleCnt="0"/>
      <dgm:spPr/>
    </dgm:pt>
    <dgm:pt modelId="{660E05A7-0EF4-47A1-855A-0C405C05C522}" type="pres">
      <dgm:prSet presAssocID="{550D09D6-AC9F-4067-B349-B778F896FFEC}" presName="parentTextArrow" presStyleLbl="node1" presStyleIdx="0" presStyleCnt="0"/>
      <dgm:spPr/>
    </dgm:pt>
    <dgm:pt modelId="{81085013-D64C-4335-87D9-D1F2AF330E7D}" type="pres">
      <dgm:prSet presAssocID="{550D09D6-AC9F-4067-B349-B778F896FFEC}" presName="arrow" presStyleLbl="alignNode1" presStyleIdx="2" presStyleCnt="5"/>
      <dgm:spPr/>
    </dgm:pt>
    <dgm:pt modelId="{B4B272E6-C683-4B6B-B21A-7164A704AB7F}" type="pres">
      <dgm:prSet presAssocID="{550D09D6-AC9F-4067-B349-B778F896FFEC}" presName="descendantArrow" presStyleLbl="bgAccFollowNode1" presStyleIdx="2" presStyleCnt="5"/>
      <dgm:spPr/>
    </dgm:pt>
    <dgm:pt modelId="{37050774-226B-4C42-AF25-D40E3947A389}" type="pres">
      <dgm:prSet presAssocID="{B8A7DCB6-A29F-4DDD-9502-D33DF5778A4E}" presName="sp" presStyleCnt="0"/>
      <dgm:spPr/>
    </dgm:pt>
    <dgm:pt modelId="{7E34EB06-B6DA-459F-8023-DA2B551CA8F6}" type="pres">
      <dgm:prSet presAssocID="{44A5F47D-EE3D-45CB-BC20-8B0AEC5A516C}" presName="arrowAndChildren" presStyleCnt="0"/>
      <dgm:spPr/>
    </dgm:pt>
    <dgm:pt modelId="{F2822F08-612C-4FFD-B504-348005F2A9CA}" type="pres">
      <dgm:prSet presAssocID="{44A5F47D-EE3D-45CB-BC20-8B0AEC5A516C}" presName="parentTextArrow" presStyleLbl="node1" presStyleIdx="0" presStyleCnt="0"/>
      <dgm:spPr/>
    </dgm:pt>
    <dgm:pt modelId="{205C4E3A-5F02-4EF4-BC70-8EDC2C21C2A2}" type="pres">
      <dgm:prSet presAssocID="{44A5F47D-EE3D-45CB-BC20-8B0AEC5A516C}" presName="arrow" presStyleLbl="alignNode1" presStyleIdx="3" presStyleCnt="5"/>
      <dgm:spPr/>
    </dgm:pt>
    <dgm:pt modelId="{024CF582-C500-48F7-B928-8FA7B6EBACF5}" type="pres">
      <dgm:prSet presAssocID="{44A5F47D-EE3D-45CB-BC20-8B0AEC5A516C}" presName="descendantArrow" presStyleLbl="bgAccFollowNode1" presStyleIdx="3" presStyleCnt="5"/>
      <dgm:spPr/>
    </dgm:pt>
    <dgm:pt modelId="{EE37B22D-6CA1-4426-BB58-1F0D882AA195}" type="pres">
      <dgm:prSet presAssocID="{6D3D8CF9-3D53-4BF4-B1FD-8D5BA534848F}" presName="sp" presStyleCnt="0"/>
      <dgm:spPr/>
    </dgm:pt>
    <dgm:pt modelId="{8A9CB678-0BC7-4943-B94F-C102B15973DB}" type="pres">
      <dgm:prSet presAssocID="{74385148-0D88-46BA-A7AB-8F971E0FDF5A}" presName="arrowAndChildren" presStyleCnt="0"/>
      <dgm:spPr/>
    </dgm:pt>
    <dgm:pt modelId="{7D3242A9-1F75-4544-AD33-6050F39570EC}" type="pres">
      <dgm:prSet presAssocID="{74385148-0D88-46BA-A7AB-8F971E0FDF5A}" presName="parentTextArrow" presStyleLbl="node1" presStyleIdx="0" presStyleCnt="0"/>
      <dgm:spPr/>
    </dgm:pt>
    <dgm:pt modelId="{66820561-0B4B-46CF-9CE9-B405EC3E8E77}" type="pres">
      <dgm:prSet presAssocID="{74385148-0D88-46BA-A7AB-8F971E0FDF5A}" presName="arrow" presStyleLbl="alignNode1" presStyleIdx="4" presStyleCnt="5"/>
      <dgm:spPr/>
    </dgm:pt>
    <dgm:pt modelId="{5F1958DB-64AB-40C2-B6BF-3F1B0B4EE806}" type="pres">
      <dgm:prSet presAssocID="{74385148-0D88-46BA-A7AB-8F971E0FDF5A}" presName="descendantArrow" presStyleLbl="bgAccFollowNode1" presStyleIdx="4" presStyleCnt="5"/>
      <dgm:spPr/>
    </dgm:pt>
  </dgm:ptLst>
  <dgm:cxnLst>
    <dgm:cxn modelId="{EB4CAA06-CD16-40C9-9E12-160D83DDE20B}" type="presOf" srcId="{D307B9D6-6451-4E87-90FF-31002F617AE9}" destId="{C68E7274-6869-4AC5-9C47-C02689A5282B}" srcOrd="0" destOrd="0" presId="urn:microsoft.com/office/officeart/2016/7/layout/VerticalDownArrowProcess"/>
    <dgm:cxn modelId="{09D17C07-8011-43D2-98B4-7FD37777472A}" srcId="{550D09D6-AC9F-4067-B349-B778F896FFEC}" destId="{8B487ED9-FCF5-4C70-9072-265CE9D1DF86}" srcOrd="0" destOrd="0" parTransId="{77C25CDA-987B-4AE4-B790-ACFCD791ECEC}" sibTransId="{FA3CD680-7EC1-460D-99FF-5E36C4487686}"/>
    <dgm:cxn modelId="{99B6340A-EF70-4334-9D80-3C05D41DF8B5}" srcId="{63C65063-FDCE-4B3C-953B-AE915EB20E86}" destId="{5ACCD37E-009A-4D9E-82EA-8D91F9BB0598}" srcOrd="4" destOrd="0" parTransId="{553A59F5-3247-43B6-8652-8B9DB95F8742}" sibTransId="{E88F5B30-1420-42A9-81B6-C5C176DCE6DE}"/>
    <dgm:cxn modelId="{053D930E-4EA1-40DB-9456-A1AE9B4F5922}" type="presOf" srcId="{44A5F47D-EE3D-45CB-BC20-8B0AEC5A516C}" destId="{F2822F08-612C-4FFD-B504-348005F2A9CA}" srcOrd="0" destOrd="0" presId="urn:microsoft.com/office/officeart/2016/7/layout/VerticalDownArrowProcess"/>
    <dgm:cxn modelId="{DAC59F0E-84F7-4C2F-8344-FAE41A4DCEFE}" srcId="{5ACCD37E-009A-4D9E-82EA-8D91F9BB0598}" destId="{D8350C6C-2AB1-4E7C-A6E6-9C18E0434B25}" srcOrd="0" destOrd="0" parTransId="{9321A6E4-713A-4B7F-AB3A-78F0BD3E7B86}" sibTransId="{D2B6475B-9555-4894-A49E-727B44BD5A3E}"/>
    <dgm:cxn modelId="{ABB3A214-8905-4DF6-9D7B-6B86E1461B6D}" srcId="{63C65063-FDCE-4B3C-953B-AE915EB20E86}" destId="{B27B5C70-0020-4581-8257-A2FAC77D49C5}" srcOrd="3" destOrd="0" parTransId="{56C0A35B-6DFF-4A92-8AD1-A90EE752F00D}" sibTransId="{A00D6DE2-F7D2-4D6E-89F7-DDE8DC2C2835}"/>
    <dgm:cxn modelId="{4587B114-89D4-4281-B907-65A9AD022D1D}" type="presOf" srcId="{FB171640-7870-45B5-965B-ED99A1AD8B28}" destId="{5F1958DB-64AB-40C2-B6BF-3F1B0B4EE806}" srcOrd="0" destOrd="0" presId="urn:microsoft.com/office/officeart/2016/7/layout/VerticalDownArrowProcess"/>
    <dgm:cxn modelId="{2C49171F-6B49-4B0D-9DD3-1470E6A9CAB7}" type="presOf" srcId="{5ACCD37E-009A-4D9E-82EA-8D91F9BB0598}" destId="{AA5F0F33-D62B-482C-BF41-B7A0BE0CBFD5}" srcOrd="0" destOrd="0" presId="urn:microsoft.com/office/officeart/2016/7/layout/VerticalDownArrowProcess"/>
    <dgm:cxn modelId="{CFECA124-4779-4010-A100-C5954EC238F7}" type="presOf" srcId="{B27B5C70-0020-4581-8257-A2FAC77D49C5}" destId="{0832F1FD-13E9-428B-A5FF-69989881D749}" srcOrd="0" destOrd="0" presId="urn:microsoft.com/office/officeart/2016/7/layout/VerticalDownArrowProcess"/>
    <dgm:cxn modelId="{39C43031-F5D3-4FEB-9198-5B1BAAE0B5FD}" srcId="{B27B5C70-0020-4581-8257-A2FAC77D49C5}" destId="{D307B9D6-6451-4E87-90FF-31002F617AE9}" srcOrd="0" destOrd="0" parTransId="{D775DE46-218C-47DF-BB4D-257C956D4423}" sibTransId="{369319CA-0334-42BF-8942-230A5F7CDA17}"/>
    <dgm:cxn modelId="{55549862-ADE0-4C09-BF54-619F7E34A1E5}" srcId="{63C65063-FDCE-4B3C-953B-AE915EB20E86}" destId="{44A5F47D-EE3D-45CB-BC20-8B0AEC5A516C}" srcOrd="1" destOrd="0" parTransId="{1AC3A7F3-DBFB-4285-A55B-1E062EF08EA6}" sibTransId="{B8A7DCB6-A29F-4DDD-9502-D33DF5778A4E}"/>
    <dgm:cxn modelId="{60A16B68-F51F-4940-9486-5192E0B1E541}" srcId="{44A5F47D-EE3D-45CB-BC20-8B0AEC5A516C}" destId="{25B59409-E8B7-4BB1-A93C-02783E270013}" srcOrd="0" destOrd="0" parTransId="{E5957976-A5D0-44A0-B254-DA19EBA37184}" sibTransId="{16C71F9F-634B-4595-9A88-37471B689D07}"/>
    <dgm:cxn modelId="{9E03E84C-3439-4F60-BB53-51D7A52CD7D3}" type="presOf" srcId="{74385148-0D88-46BA-A7AB-8F971E0FDF5A}" destId="{66820561-0B4B-46CF-9CE9-B405EC3E8E77}" srcOrd="1" destOrd="0" presId="urn:microsoft.com/office/officeart/2016/7/layout/VerticalDownArrowProcess"/>
    <dgm:cxn modelId="{8244496D-1CE8-45C5-83D2-EDAEBADE4446}" type="presOf" srcId="{550D09D6-AC9F-4067-B349-B778F896FFEC}" destId="{660E05A7-0EF4-47A1-855A-0C405C05C522}" srcOrd="0" destOrd="0" presId="urn:microsoft.com/office/officeart/2016/7/layout/VerticalDownArrowProcess"/>
    <dgm:cxn modelId="{CDEE416E-2C5E-407F-8932-72E181663CDA}" type="presOf" srcId="{550D09D6-AC9F-4067-B349-B778F896FFEC}" destId="{81085013-D64C-4335-87D9-D1F2AF330E7D}" srcOrd="1" destOrd="0" presId="urn:microsoft.com/office/officeart/2016/7/layout/VerticalDownArrowProcess"/>
    <dgm:cxn modelId="{ACEE3E7F-A784-4BF9-A55C-1ABA53B9F922}" srcId="{74385148-0D88-46BA-A7AB-8F971E0FDF5A}" destId="{FB171640-7870-45B5-965B-ED99A1AD8B28}" srcOrd="0" destOrd="0" parTransId="{0ED604B6-1C7C-42C0-AB55-A106D5BBEB97}" sibTransId="{CC51DA86-4056-4448-BFE2-C87A7D011F76}"/>
    <dgm:cxn modelId="{AF3A5486-524C-4BAC-8025-4A83F91C350A}" type="presOf" srcId="{D8350C6C-2AB1-4E7C-A6E6-9C18E0434B25}" destId="{943F7767-5509-44F2-9161-46715482BBB8}" srcOrd="0" destOrd="0" presId="urn:microsoft.com/office/officeart/2016/7/layout/VerticalDownArrowProcess"/>
    <dgm:cxn modelId="{A9405C91-18E5-49A0-A3EC-5A99BDEC5A52}" type="presOf" srcId="{74385148-0D88-46BA-A7AB-8F971E0FDF5A}" destId="{7D3242A9-1F75-4544-AD33-6050F39570EC}" srcOrd="0" destOrd="0" presId="urn:microsoft.com/office/officeart/2016/7/layout/VerticalDownArrowProcess"/>
    <dgm:cxn modelId="{7CB1DE92-E1B7-43E2-9D71-C16A947C568D}" type="presOf" srcId="{B27B5C70-0020-4581-8257-A2FAC77D49C5}" destId="{A83284D8-4F7A-4336-B7D9-951CA21E7F71}" srcOrd="1" destOrd="0" presId="urn:microsoft.com/office/officeart/2016/7/layout/VerticalDownArrowProcess"/>
    <dgm:cxn modelId="{654B8BA1-A3D7-46B3-9DEF-59DF87413193}" srcId="{63C65063-FDCE-4B3C-953B-AE915EB20E86}" destId="{74385148-0D88-46BA-A7AB-8F971E0FDF5A}" srcOrd="0" destOrd="0" parTransId="{ECFE165C-FC54-4522-9E24-255884E66E09}" sibTransId="{6D3D8CF9-3D53-4BF4-B1FD-8D5BA534848F}"/>
    <dgm:cxn modelId="{A8AD97A7-A3CC-41FA-B63A-00557A8F7BE2}" type="presOf" srcId="{44A5F47D-EE3D-45CB-BC20-8B0AEC5A516C}" destId="{205C4E3A-5F02-4EF4-BC70-8EDC2C21C2A2}" srcOrd="1" destOrd="0" presId="urn:microsoft.com/office/officeart/2016/7/layout/VerticalDownArrowProcess"/>
    <dgm:cxn modelId="{009E8BB9-02C1-4AF5-BEE3-329F0EB5AFBB}" type="presOf" srcId="{63C65063-FDCE-4B3C-953B-AE915EB20E86}" destId="{1EFD5352-A9B2-4F9F-8BD9-B6082E35975E}" srcOrd="0" destOrd="0" presId="urn:microsoft.com/office/officeart/2016/7/layout/VerticalDownArrowProcess"/>
    <dgm:cxn modelId="{B6DC07DD-A6B0-4521-8319-AE277D0094D2}" type="presOf" srcId="{25B59409-E8B7-4BB1-A93C-02783E270013}" destId="{024CF582-C500-48F7-B928-8FA7B6EBACF5}" srcOrd="0" destOrd="0" presId="urn:microsoft.com/office/officeart/2016/7/layout/VerticalDownArrowProcess"/>
    <dgm:cxn modelId="{7654D6F7-4E27-411B-9ACA-1B09D9696EAC}" srcId="{63C65063-FDCE-4B3C-953B-AE915EB20E86}" destId="{550D09D6-AC9F-4067-B349-B778F896FFEC}" srcOrd="2" destOrd="0" parTransId="{00718154-1B51-4192-A53A-3AA74555E69F}" sibTransId="{E615238E-16B2-4F47-B8AB-F8FB48A98C0C}"/>
    <dgm:cxn modelId="{11F9D7FC-0081-49C7-A950-EA198F6737C2}" type="presOf" srcId="{8B487ED9-FCF5-4C70-9072-265CE9D1DF86}" destId="{B4B272E6-C683-4B6B-B21A-7164A704AB7F}" srcOrd="0" destOrd="0" presId="urn:microsoft.com/office/officeart/2016/7/layout/VerticalDownArrowProcess"/>
    <dgm:cxn modelId="{6EC9CC2B-B0C7-4B47-80E4-8E8E07583F4E}" type="presParOf" srcId="{1EFD5352-A9B2-4F9F-8BD9-B6082E35975E}" destId="{F06B9CD9-747B-4160-8045-807D24FD2CCB}" srcOrd="0" destOrd="0" presId="urn:microsoft.com/office/officeart/2016/7/layout/VerticalDownArrowProcess"/>
    <dgm:cxn modelId="{ECD495F6-8F8A-4C2B-A2CA-BB293EDE8ABC}" type="presParOf" srcId="{F06B9CD9-747B-4160-8045-807D24FD2CCB}" destId="{AA5F0F33-D62B-482C-BF41-B7A0BE0CBFD5}" srcOrd="0" destOrd="0" presId="urn:microsoft.com/office/officeart/2016/7/layout/VerticalDownArrowProcess"/>
    <dgm:cxn modelId="{FB657D5D-39DC-4160-822A-A3634888EE38}" type="presParOf" srcId="{F06B9CD9-747B-4160-8045-807D24FD2CCB}" destId="{943F7767-5509-44F2-9161-46715482BBB8}" srcOrd="1" destOrd="0" presId="urn:microsoft.com/office/officeart/2016/7/layout/VerticalDownArrowProcess"/>
    <dgm:cxn modelId="{6D9B7D99-F4FD-424E-ACA1-19F5ED10DA86}" type="presParOf" srcId="{1EFD5352-A9B2-4F9F-8BD9-B6082E35975E}" destId="{DA84347B-097D-4DCE-9133-B3A1E43DE0CB}" srcOrd="1" destOrd="0" presId="urn:microsoft.com/office/officeart/2016/7/layout/VerticalDownArrowProcess"/>
    <dgm:cxn modelId="{D8A89115-6E3B-418B-985A-E272AD361BED}" type="presParOf" srcId="{1EFD5352-A9B2-4F9F-8BD9-B6082E35975E}" destId="{C407775C-9C76-4623-A448-BB4E10A11098}" srcOrd="2" destOrd="0" presId="urn:microsoft.com/office/officeart/2016/7/layout/VerticalDownArrowProcess"/>
    <dgm:cxn modelId="{4B385BC7-435F-4AE2-8408-2DA7595F632D}" type="presParOf" srcId="{C407775C-9C76-4623-A448-BB4E10A11098}" destId="{0832F1FD-13E9-428B-A5FF-69989881D749}" srcOrd="0" destOrd="0" presId="urn:microsoft.com/office/officeart/2016/7/layout/VerticalDownArrowProcess"/>
    <dgm:cxn modelId="{1E05787A-0647-417B-A0B6-C76A5EB74593}" type="presParOf" srcId="{C407775C-9C76-4623-A448-BB4E10A11098}" destId="{A83284D8-4F7A-4336-B7D9-951CA21E7F71}" srcOrd="1" destOrd="0" presId="urn:microsoft.com/office/officeart/2016/7/layout/VerticalDownArrowProcess"/>
    <dgm:cxn modelId="{6B628E84-41FF-44E3-BC02-2F42182C1BA9}" type="presParOf" srcId="{C407775C-9C76-4623-A448-BB4E10A11098}" destId="{C68E7274-6869-4AC5-9C47-C02689A5282B}" srcOrd="2" destOrd="0" presId="urn:microsoft.com/office/officeart/2016/7/layout/VerticalDownArrowProcess"/>
    <dgm:cxn modelId="{36C1A8ED-91F7-4614-B7EB-9FE686C01B30}" type="presParOf" srcId="{1EFD5352-A9B2-4F9F-8BD9-B6082E35975E}" destId="{C3584A4B-DE50-44B2-A157-F0128A93EA8D}" srcOrd="3" destOrd="0" presId="urn:microsoft.com/office/officeart/2016/7/layout/VerticalDownArrowProcess"/>
    <dgm:cxn modelId="{1EC3170C-4052-4074-A460-5DD03A1571CE}" type="presParOf" srcId="{1EFD5352-A9B2-4F9F-8BD9-B6082E35975E}" destId="{049033DD-FAA2-4004-BE45-DFA3893BB67F}" srcOrd="4" destOrd="0" presId="urn:microsoft.com/office/officeart/2016/7/layout/VerticalDownArrowProcess"/>
    <dgm:cxn modelId="{3B4DA6CF-D790-4862-BA94-3A31207E709A}" type="presParOf" srcId="{049033DD-FAA2-4004-BE45-DFA3893BB67F}" destId="{660E05A7-0EF4-47A1-855A-0C405C05C522}" srcOrd="0" destOrd="0" presId="urn:microsoft.com/office/officeart/2016/7/layout/VerticalDownArrowProcess"/>
    <dgm:cxn modelId="{8967FDA9-D1E5-4AFB-8653-4A9AFE2B9995}" type="presParOf" srcId="{049033DD-FAA2-4004-BE45-DFA3893BB67F}" destId="{81085013-D64C-4335-87D9-D1F2AF330E7D}" srcOrd="1" destOrd="0" presId="urn:microsoft.com/office/officeart/2016/7/layout/VerticalDownArrowProcess"/>
    <dgm:cxn modelId="{ACBB4E2C-B803-4E02-91BD-20A1DA1BFBE7}" type="presParOf" srcId="{049033DD-FAA2-4004-BE45-DFA3893BB67F}" destId="{B4B272E6-C683-4B6B-B21A-7164A704AB7F}" srcOrd="2" destOrd="0" presId="urn:microsoft.com/office/officeart/2016/7/layout/VerticalDownArrowProcess"/>
    <dgm:cxn modelId="{44F9367B-A4C2-414E-828A-993B81797476}" type="presParOf" srcId="{1EFD5352-A9B2-4F9F-8BD9-B6082E35975E}" destId="{37050774-226B-4C42-AF25-D40E3947A389}" srcOrd="5" destOrd="0" presId="urn:microsoft.com/office/officeart/2016/7/layout/VerticalDownArrowProcess"/>
    <dgm:cxn modelId="{52A7CA89-622C-4A2F-A48B-702F63A46913}" type="presParOf" srcId="{1EFD5352-A9B2-4F9F-8BD9-B6082E35975E}" destId="{7E34EB06-B6DA-459F-8023-DA2B551CA8F6}" srcOrd="6" destOrd="0" presId="urn:microsoft.com/office/officeart/2016/7/layout/VerticalDownArrowProcess"/>
    <dgm:cxn modelId="{E775E0F3-66BF-401A-AFB3-CB321DB6CA74}" type="presParOf" srcId="{7E34EB06-B6DA-459F-8023-DA2B551CA8F6}" destId="{F2822F08-612C-4FFD-B504-348005F2A9CA}" srcOrd="0" destOrd="0" presId="urn:microsoft.com/office/officeart/2016/7/layout/VerticalDownArrowProcess"/>
    <dgm:cxn modelId="{0964360D-979D-46E8-A86C-6D790DB6E0B0}" type="presParOf" srcId="{7E34EB06-B6DA-459F-8023-DA2B551CA8F6}" destId="{205C4E3A-5F02-4EF4-BC70-8EDC2C21C2A2}" srcOrd="1" destOrd="0" presId="urn:microsoft.com/office/officeart/2016/7/layout/VerticalDownArrowProcess"/>
    <dgm:cxn modelId="{29E21F25-CF46-4D95-9491-CD0AF4AE886C}" type="presParOf" srcId="{7E34EB06-B6DA-459F-8023-DA2B551CA8F6}" destId="{024CF582-C500-48F7-B928-8FA7B6EBACF5}" srcOrd="2" destOrd="0" presId="urn:microsoft.com/office/officeart/2016/7/layout/VerticalDownArrowProcess"/>
    <dgm:cxn modelId="{42D9547C-CCE7-403C-A781-FBB756182996}" type="presParOf" srcId="{1EFD5352-A9B2-4F9F-8BD9-B6082E35975E}" destId="{EE37B22D-6CA1-4426-BB58-1F0D882AA195}" srcOrd="7" destOrd="0" presId="urn:microsoft.com/office/officeart/2016/7/layout/VerticalDownArrowProcess"/>
    <dgm:cxn modelId="{C4EA5C1F-4DB6-43C1-B490-0988A78298F7}" type="presParOf" srcId="{1EFD5352-A9B2-4F9F-8BD9-B6082E35975E}" destId="{8A9CB678-0BC7-4943-B94F-C102B15973DB}" srcOrd="8" destOrd="0" presId="urn:microsoft.com/office/officeart/2016/7/layout/VerticalDownArrowProcess"/>
    <dgm:cxn modelId="{7C9ECE7E-3AE4-4543-895F-F39C0BF672EC}" type="presParOf" srcId="{8A9CB678-0BC7-4943-B94F-C102B15973DB}" destId="{7D3242A9-1F75-4544-AD33-6050F39570EC}" srcOrd="0" destOrd="0" presId="urn:microsoft.com/office/officeart/2016/7/layout/VerticalDownArrowProcess"/>
    <dgm:cxn modelId="{A3EB4968-2D7F-4149-8C83-BA9BD3474E36}" type="presParOf" srcId="{8A9CB678-0BC7-4943-B94F-C102B15973DB}" destId="{66820561-0B4B-46CF-9CE9-B405EC3E8E77}" srcOrd="1" destOrd="0" presId="urn:microsoft.com/office/officeart/2016/7/layout/VerticalDownArrowProcess"/>
    <dgm:cxn modelId="{865337CC-1540-42A9-AB41-7018494C750E}" type="presParOf" srcId="{8A9CB678-0BC7-4943-B94F-C102B15973DB}" destId="{5F1958DB-64AB-40C2-B6BF-3F1B0B4EE806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CF2F8-207C-4531-A6FB-6FB75225E61A}">
      <dsp:nvSpPr>
        <dsp:cNvPr id="0" name=""/>
        <dsp:cNvSpPr/>
      </dsp:nvSpPr>
      <dsp:spPr>
        <a:xfrm>
          <a:off x="2103120" y="2007"/>
          <a:ext cx="8412480" cy="10400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Predict daily item-level sales for each store</a:t>
          </a:r>
        </a:p>
      </dsp:txBody>
      <dsp:txXfrm>
        <a:off x="2103120" y="2007"/>
        <a:ext cx="8412480" cy="1040029"/>
      </dsp:txXfrm>
    </dsp:sp>
    <dsp:sp modelId="{E7BE0849-3795-40DC-8926-9E3A8C5EA10B}">
      <dsp:nvSpPr>
        <dsp:cNvPr id="0" name=""/>
        <dsp:cNvSpPr/>
      </dsp:nvSpPr>
      <dsp:spPr>
        <a:xfrm>
          <a:off x="0" y="2007"/>
          <a:ext cx="2103120" cy="10400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Predict</a:t>
          </a:r>
        </a:p>
      </dsp:txBody>
      <dsp:txXfrm>
        <a:off x="0" y="2007"/>
        <a:ext cx="2103120" cy="1040029"/>
      </dsp:txXfrm>
    </dsp:sp>
    <dsp:sp modelId="{445FF355-BC61-41C3-A308-C3EE5ABACA54}">
      <dsp:nvSpPr>
        <dsp:cNvPr id="0" name=""/>
        <dsp:cNvSpPr/>
      </dsp:nvSpPr>
      <dsp:spPr>
        <a:xfrm>
          <a:off x="2103120" y="1104438"/>
          <a:ext cx="8412480" cy="10400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Reduce overstock and stockouts</a:t>
          </a:r>
        </a:p>
      </dsp:txBody>
      <dsp:txXfrm>
        <a:off x="2103120" y="1104438"/>
        <a:ext cx="8412480" cy="1040029"/>
      </dsp:txXfrm>
    </dsp:sp>
    <dsp:sp modelId="{0786B83B-D97C-4023-A984-F231652ADCFD}">
      <dsp:nvSpPr>
        <dsp:cNvPr id="0" name=""/>
        <dsp:cNvSpPr/>
      </dsp:nvSpPr>
      <dsp:spPr>
        <a:xfrm>
          <a:off x="0" y="1104438"/>
          <a:ext cx="2103120" cy="10400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Reduce</a:t>
          </a:r>
        </a:p>
      </dsp:txBody>
      <dsp:txXfrm>
        <a:off x="0" y="1104438"/>
        <a:ext cx="2103120" cy="1040029"/>
      </dsp:txXfrm>
    </dsp:sp>
    <dsp:sp modelId="{C68C6B5B-AE55-4172-ABA0-7F88C9E7B6EA}">
      <dsp:nvSpPr>
        <dsp:cNvPr id="0" name=""/>
        <dsp:cNvSpPr/>
      </dsp:nvSpPr>
      <dsp:spPr>
        <a:xfrm>
          <a:off x="2103120" y="2206869"/>
          <a:ext cx="8412480" cy="10400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Provide accurate 30-day demand forecasts</a:t>
          </a:r>
        </a:p>
      </dsp:txBody>
      <dsp:txXfrm>
        <a:off x="2103120" y="2206869"/>
        <a:ext cx="8412480" cy="1040029"/>
      </dsp:txXfrm>
    </dsp:sp>
    <dsp:sp modelId="{FA001D72-CE89-4F8E-BEA4-2C1FD07CBE84}">
      <dsp:nvSpPr>
        <dsp:cNvPr id="0" name=""/>
        <dsp:cNvSpPr/>
      </dsp:nvSpPr>
      <dsp:spPr>
        <a:xfrm>
          <a:off x="0" y="2206869"/>
          <a:ext cx="2103120" cy="10400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Provide</a:t>
          </a:r>
        </a:p>
      </dsp:txBody>
      <dsp:txXfrm>
        <a:off x="0" y="2206869"/>
        <a:ext cx="2103120" cy="1040029"/>
      </dsp:txXfrm>
    </dsp:sp>
    <dsp:sp modelId="{55C6007E-1844-49B8-9776-A9FA213B8C28}">
      <dsp:nvSpPr>
        <dsp:cNvPr id="0" name=""/>
        <dsp:cNvSpPr/>
      </dsp:nvSpPr>
      <dsp:spPr>
        <a:xfrm>
          <a:off x="2103120" y="3309300"/>
          <a:ext cx="8412480" cy="10400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Integrate ML model with backend API</a:t>
          </a:r>
        </a:p>
      </dsp:txBody>
      <dsp:txXfrm>
        <a:off x="2103120" y="3309300"/>
        <a:ext cx="8412480" cy="1040029"/>
      </dsp:txXfrm>
    </dsp:sp>
    <dsp:sp modelId="{A53AC6E9-1F00-4261-987A-4B06E19A634B}">
      <dsp:nvSpPr>
        <dsp:cNvPr id="0" name=""/>
        <dsp:cNvSpPr/>
      </dsp:nvSpPr>
      <dsp:spPr>
        <a:xfrm>
          <a:off x="0" y="3309300"/>
          <a:ext cx="2103120" cy="10400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Integrate</a:t>
          </a:r>
        </a:p>
      </dsp:txBody>
      <dsp:txXfrm>
        <a:off x="0" y="3309300"/>
        <a:ext cx="2103120" cy="10400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0E2877-2193-4CFD-96F7-E153095DF109}">
      <dsp:nvSpPr>
        <dsp:cNvPr id="0" name=""/>
        <dsp:cNvSpPr/>
      </dsp:nvSpPr>
      <dsp:spPr>
        <a:xfrm>
          <a:off x="0" y="257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Dataset loaded (4000 rows from DailyFeature model)</a:t>
          </a:r>
        </a:p>
      </dsp:txBody>
      <dsp:txXfrm>
        <a:off x="38381" y="64129"/>
        <a:ext cx="10438838" cy="709478"/>
      </dsp:txXfrm>
    </dsp:sp>
    <dsp:sp modelId="{925BC224-0458-4D0A-934F-AC7DFCE8A5F0}">
      <dsp:nvSpPr>
        <dsp:cNvPr id="0" name=""/>
        <dsp:cNvSpPr/>
      </dsp:nvSpPr>
      <dsp:spPr>
        <a:xfrm>
          <a:off x="0" y="9041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Data cleaning and feature selection</a:t>
          </a:r>
        </a:p>
      </dsp:txBody>
      <dsp:txXfrm>
        <a:off x="38381" y="942529"/>
        <a:ext cx="10438838" cy="709478"/>
      </dsp:txXfrm>
    </dsp:sp>
    <dsp:sp modelId="{91501D1F-45CC-44F2-BBFE-E4F3C9A72371}">
      <dsp:nvSpPr>
        <dsp:cNvPr id="0" name=""/>
        <dsp:cNvSpPr/>
      </dsp:nvSpPr>
      <dsp:spPr>
        <a:xfrm>
          <a:off x="0" y="17825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Train/validation split successful</a:t>
          </a:r>
        </a:p>
      </dsp:txBody>
      <dsp:txXfrm>
        <a:off x="38381" y="1820930"/>
        <a:ext cx="10438838" cy="709478"/>
      </dsp:txXfrm>
    </dsp:sp>
    <dsp:sp modelId="{3A66AB8B-5A7E-4A71-A52A-16AE5D026CDA}">
      <dsp:nvSpPr>
        <dsp:cNvPr id="0" name=""/>
        <dsp:cNvSpPr/>
      </dsp:nvSpPr>
      <dsp:spPr>
        <a:xfrm>
          <a:off x="0" y="26609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XGBoost global model training completed</a:t>
          </a:r>
        </a:p>
      </dsp:txBody>
      <dsp:txXfrm>
        <a:off x="38381" y="2699330"/>
        <a:ext cx="10438838" cy="709478"/>
      </dsp:txXfrm>
    </dsp:sp>
    <dsp:sp modelId="{4DBA1C80-8E4E-4009-87E5-68E55F8AC19D}">
      <dsp:nvSpPr>
        <dsp:cNvPr id="0" name=""/>
        <dsp:cNvSpPr/>
      </dsp:nvSpPr>
      <dsp:spPr>
        <a:xfrm>
          <a:off x="0" y="35393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Prediction endpoint created and working</a:t>
          </a:r>
        </a:p>
      </dsp:txBody>
      <dsp:txXfrm>
        <a:off x="38381" y="3577730"/>
        <a:ext cx="10438838" cy="7094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C8DD55-55C7-4071-8808-FE65BA6E6EF6}">
      <dsp:nvSpPr>
        <dsp:cNvPr id="0" name=""/>
        <dsp:cNvSpPr/>
      </dsp:nvSpPr>
      <dsp:spPr>
        <a:xfrm>
          <a:off x="0" y="472623"/>
          <a:ext cx="4862446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7380" tIns="249936" rIns="37738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/api/test/ – basic API check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/api/predict/&lt;store_id&gt;/&lt;item_id&gt;/ – single-day prediction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/predict-30/&lt;store_id&gt;/&lt;item_id&gt;/ – 30-day forecast</a:t>
          </a:r>
        </a:p>
      </dsp:txBody>
      <dsp:txXfrm>
        <a:off x="0" y="472623"/>
        <a:ext cx="4862446" cy="907200"/>
      </dsp:txXfrm>
    </dsp:sp>
    <dsp:sp modelId="{F8B1BF85-F249-4D33-8ABA-1984991260B7}">
      <dsp:nvSpPr>
        <dsp:cNvPr id="0" name=""/>
        <dsp:cNvSpPr/>
      </dsp:nvSpPr>
      <dsp:spPr>
        <a:xfrm>
          <a:off x="243122" y="295503"/>
          <a:ext cx="3403712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52" tIns="0" rIns="128652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Created Endpoints:</a:t>
          </a:r>
          <a:endParaRPr lang="en-US" sz="1200" kern="1200"/>
        </a:p>
      </dsp:txBody>
      <dsp:txXfrm>
        <a:off x="260415" y="312796"/>
        <a:ext cx="3369126" cy="319654"/>
      </dsp:txXfrm>
    </dsp:sp>
    <dsp:sp modelId="{A197CAB7-911E-4F55-8DA2-1C0308B2B9E5}">
      <dsp:nvSpPr>
        <dsp:cNvPr id="0" name=""/>
        <dsp:cNvSpPr/>
      </dsp:nvSpPr>
      <dsp:spPr>
        <a:xfrm>
          <a:off x="0" y="1621743"/>
          <a:ext cx="4862446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7380" tIns="249936" rIns="37738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All endpoints tested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JSON output verified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Example result returned successfully</a:t>
          </a:r>
        </a:p>
      </dsp:txBody>
      <dsp:txXfrm>
        <a:off x="0" y="1621743"/>
        <a:ext cx="4862446" cy="907200"/>
      </dsp:txXfrm>
    </dsp:sp>
    <dsp:sp modelId="{3A3D85FF-1520-40EE-AC94-21C5B38010CF}">
      <dsp:nvSpPr>
        <dsp:cNvPr id="0" name=""/>
        <dsp:cNvSpPr/>
      </dsp:nvSpPr>
      <dsp:spPr>
        <a:xfrm>
          <a:off x="243122" y="1444623"/>
          <a:ext cx="3403712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52" tIns="0" rIns="128652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Status:</a:t>
          </a:r>
          <a:endParaRPr lang="en-US" sz="1200" kern="1200"/>
        </a:p>
      </dsp:txBody>
      <dsp:txXfrm>
        <a:off x="260415" y="1461916"/>
        <a:ext cx="3369126" cy="319654"/>
      </dsp:txXfrm>
    </dsp:sp>
    <dsp:sp modelId="{1E3A8410-7003-4528-9D47-CE1ACA4C5A1D}">
      <dsp:nvSpPr>
        <dsp:cNvPr id="0" name=""/>
        <dsp:cNvSpPr/>
      </dsp:nvSpPr>
      <dsp:spPr>
        <a:xfrm>
          <a:off x="0" y="2770863"/>
          <a:ext cx="4862446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E7726E-542F-45B9-9EAA-E923A4EB8B22}">
      <dsp:nvSpPr>
        <dsp:cNvPr id="0" name=""/>
        <dsp:cNvSpPr/>
      </dsp:nvSpPr>
      <dsp:spPr>
        <a:xfrm>
          <a:off x="243122" y="2593743"/>
          <a:ext cx="3403712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52" tIns="0" rIns="128652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{</a:t>
          </a:r>
          <a:endParaRPr lang="en-US" sz="1200" kern="1200"/>
        </a:p>
      </dsp:txBody>
      <dsp:txXfrm>
        <a:off x="260415" y="2611036"/>
        <a:ext cx="3369126" cy="319654"/>
      </dsp:txXfrm>
    </dsp:sp>
    <dsp:sp modelId="{2051521D-ECDD-4C50-A767-6D54F1332FE2}">
      <dsp:nvSpPr>
        <dsp:cNvPr id="0" name=""/>
        <dsp:cNvSpPr/>
      </dsp:nvSpPr>
      <dsp:spPr>
        <a:xfrm>
          <a:off x="0" y="3315183"/>
          <a:ext cx="4862446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2F373B-938F-4439-BDB7-31719B199E26}">
      <dsp:nvSpPr>
        <dsp:cNvPr id="0" name=""/>
        <dsp:cNvSpPr/>
      </dsp:nvSpPr>
      <dsp:spPr>
        <a:xfrm>
          <a:off x="243122" y="3138063"/>
          <a:ext cx="3403712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52" tIns="0" rIns="128652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"store_id": 60,</a:t>
          </a:r>
          <a:endParaRPr lang="en-US" sz="1200" kern="1200"/>
        </a:p>
      </dsp:txBody>
      <dsp:txXfrm>
        <a:off x="260415" y="3155356"/>
        <a:ext cx="3369126" cy="319654"/>
      </dsp:txXfrm>
    </dsp:sp>
    <dsp:sp modelId="{6D23D01D-9D9A-49F7-930E-4DDFB4599ABC}">
      <dsp:nvSpPr>
        <dsp:cNvPr id="0" name=""/>
        <dsp:cNvSpPr/>
      </dsp:nvSpPr>
      <dsp:spPr>
        <a:xfrm>
          <a:off x="0" y="3859503"/>
          <a:ext cx="4862446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7BF119-F837-48FA-B3CE-E3AD39E17009}">
      <dsp:nvSpPr>
        <dsp:cNvPr id="0" name=""/>
        <dsp:cNvSpPr/>
      </dsp:nvSpPr>
      <dsp:spPr>
        <a:xfrm>
          <a:off x="243122" y="3682383"/>
          <a:ext cx="3403712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52" tIns="0" rIns="128652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"item_id": 75,</a:t>
          </a:r>
          <a:endParaRPr lang="en-US" sz="1200" kern="1200"/>
        </a:p>
      </dsp:txBody>
      <dsp:txXfrm>
        <a:off x="260415" y="3699676"/>
        <a:ext cx="3369126" cy="319654"/>
      </dsp:txXfrm>
    </dsp:sp>
    <dsp:sp modelId="{476DB87A-29A1-4E87-B4E6-5BBA62CB5D60}">
      <dsp:nvSpPr>
        <dsp:cNvPr id="0" name=""/>
        <dsp:cNvSpPr/>
      </dsp:nvSpPr>
      <dsp:spPr>
        <a:xfrm>
          <a:off x="0" y="4403823"/>
          <a:ext cx="4862446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FDE360-2E65-42C0-B6B3-A16262026B10}">
      <dsp:nvSpPr>
        <dsp:cNvPr id="0" name=""/>
        <dsp:cNvSpPr/>
      </dsp:nvSpPr>
      <dsp:spPr>
        <a:xfrm>
          <a:off x="243122" y="4226703"/>
          <a:ext cx="3403712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52" tIns="0" rIns="128652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"predicted_sales": 129.95</a:t>
          </a:r>
          <a:endParaRPr lang="en-US" sz="1200" kern="1200"/>
        </a:p>
      </dsp:txBody>
      <dsp:txXfrm>
        <a:off x="260415" y="4243996"/>
        <a:ext cx="3369126" cy="319654"/>
      </dsp:txXfrm>
    </dsp:sp>
    <dsp:sp modelId="{F2D00C00-38CF-46E4-A792-28ECE111AF65}">
      <dsp:nvSpPr>
        <dsp:cNvPr id="0" name=""/>
        <dsp:cNvSpPr/>
      </dsp:nvSpPr>
      <dsp:spPr>
        <a:xfrm>
          <a:off x="0" y="4948143"/>
          <a:ext cx="4862446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9FCC33-40AC-40E2-B1CE-0575BA32B16F}">
      <dsp:nvSpPr>
        <dsp:cNvPr id="0" name=""/>
        <dsp:cNvSpPr/>
      </dsp:nvSpPr>
      <dsp:spPr>
        <a:xfrm>
          <a:off x="243122" y="4771023"/>
          <a:ext cx="3403712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52" tIns="0" rIns="128652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}</a:t>
          </a:r>
          <a:endParaRPr lang="en-US" sz="1200" kern="1200"/>
        </a:p>
      </dsp:txBody>
      <dsp:txXfrm>
        <a:off x="260415" y="4788316"/>
        <a:ext cx="3369126" cy="3196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EB74FD-FC06-459E-9D57-7D2FFD7884D6}">
      <dsp:nvSpPr>
        <dsp:cNvPr id="0" name=""/>
        <dsp:cNvSpPr/>
      </dsp:nvSpPr>
      <dsp:spPr>
        <a:xfrm>
          <a:off x="0" y="100223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Model chosen: </a:t>
          </a:r>
          <a:r>
            <a:rPr lang="en-US" sz="1700" b="1" kern="1200"/>
            <a:t>XGBoost Regressor</a:t>
          </a:r>
          <a:endParaRPr lang="en-US" sz="1700" kern="1200"/>
        </a:p>
      </dsp:txBody>
      <dsp:txXfrm>
        <a:off x="20390" y="120613"/>
        <a:ext cx="10474820" cy="376910"/>
      </dsp:txXfrm>
    </dsp:sp>
    <dsp:sp modelId="{49D38CDB-66AF-4C5C-95D9-D20E0B15C08E}">
      <dsp:nvSpPr>
        <dsp:cNvPr id="0" name=""/>
        <dsp:cNvSpPr/>
      </dsp:nvSpPr>
      <dsp:spPr>
        <a:xfrm>
          <a:off x="0" y="566873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Target variable: sales</a:t>
          </a:r>
        </a:p>
      </dsp:txBody>
      <dsp:txXfrm>
        <a:off x="20390" y="587263"/>
        <a:ext cx="10474820" cy="376910"/>
      </dsp:txXfrm>
    </dsp:sp>
    <dsp:sp modelId="{4AEB056F-63E4-435C-99BD-55DA1ED2F75A}">
      <dsp:nvSpPr>
        <dsp:cNvPr id="0" name=""/>
        <dsp:cNvSpPr/>
      </dsp:nvSpPr>
      <dsp:spPr>
        <a:xfrm>
          <a:off x="0" y="1033523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Features used:</a:t>
          </a:r>
        </a:p>
      </dsp:txBody>
      <dsp:txXfrm>
        <a:off x="20390" y="1053913"/>
        <a:ext cx="10474820" cy="376910"/>
      </dsp:txXfrm>
    </dsp:sp>
    <dsp:sp modelId="{F8C89C69-4C3D-4963-BE82-B01DC15F330F}">
      <dsp:nvSpPr>
        <dsp:cNvPr id="0" name=""/>
        <dsp:cNvSpPr/>
      </dsp:nvSpPr>
      <dsp:spPr>
        <a:xfrm>
          <a:off x="0" y="1500173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store_id, item_id</a:t>
          </a:r>
        </a:p>
      </dsp:txBody>
      <dsp:txXfrm>
        <a:off x="20390" y="1520563"/>
        <a:ext cx="10474820" cy="376910"/>
      </dsp:txXfrm>
    </dsp:sp>
    <dsp:sp modelId="{B1435FBE-2F5F-4D73-B8C0-E49545C96326}">
      <dsp:nvSpPr>
        <dsp:cNvPr id="0" name=""/>
        <dsp:cNvSpPr/>
      </dsp:nvSpPr>
      <dsp:spPr>
        <a:xfrm>
          <a:off x="0" y="1966823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price, onpromotion</a:t>
          </a:r>
        </a:p>
      </dsp:txBody>
      <dsp:txXfrm>
        <a:off x="20390" y="1987213"/>
        <a:ext cx="10474820" cy="376910"/>
      </dsp:txXfrm>
    </dsp:sp>
    <dsp:sp modelId="{37E758AD-8F9F-418E-8C57-5A4CC4A3D5BB}">
      <dsp:nvSpPr>
        <dsp:cNvPr id="0" name=""/>
        <dsp:cNvSpPr/>
      </dsp:nvSpPr>
      <dsp:spPr>
        <a:xfrm>
          <a:off x="0" y="2433473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day, month, year</a:t>
          </a:r>
        </a:p>
      </dsp:txBody>
      <dsp:txXfrm>
        <a:off x="20390" y="2453863"/>
        <a:ext cx="10474820" cy="376910"/>
      </dsp:txXfrm>
    </dsp:sp>
    <dsp:sp modelId="{369BB7DE-89AC-4421-9A81-C4E0C4EE15D8}">
      <dsp:nvSpPr>
        <dsp:cNvPr id="0" name=""/>
        <dsp:cNvSpPr/>
      </dsp:nvSpPr>
      <dsp:spPr>
        <a:xfrm>
          <a:off x="0" y="2900124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lag features</a:t>
          </a:r>
        </a:p>
      </dsp:txBody>
      <dsp:txXfrm>
        <a:off x="20390" y="2920514"/>
        <a:ext cx="10474820" cy="376910"/>
      </dsp:txXfrm>
    </dsp:sp>
    <dsp:sp modelId="{952345BD-57B0-4240-993E-E6B0F18BC9B6}">
      <dsp:nvSpPr>
        <dsp:cNvPr id="0" name=""/>
        <dsp:cNvSpPr/>
      </dsp:nvSpPr>
      <dsp:spPr>
        <a:xfrm>
          <a:off x="0" y="3366774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Achieved stable validation results</a:t>
          </a:r>
        </a:p>
      </dsp:txBody>
      <dsp:txXfrm>
        <a:off x="20390" y="3387164"/>
        <a:ext cx="10474820" cy="376910"/>
      </dsp:txXfrm>
    </dsp:sp>
    <dsp:sp modelId="{EBC4EF3A-D2C9-4F26-98A5-C5ABF0F69CBC}">
      <dsp:nvSpPr>
        <dsp:cNvPr id="0" name=""/>
        <dsp:cNvSpPr/>
      </dsp:nvSpPr>
      <dsp:spPr>
        <a:xfrm>
          <a:off x="0" y="3833424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Forecast for 30 days generated</a:t>
          </a:r>
        </a:p>
      </dsp:txBody>
      <dsp:txXfrm>
        <a:off x="20390" y="3853814"/>
        <a:ext cx="10474820" cy="3769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7CE929-93AA-48EA-A61D-ECBADCFE34F9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BFC63D-6FF1-4084-8E92-CD40A24EB896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9499A0-349F-41E2-A0AC-BA4CC0814E47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30-Day Forecast Example (Store 60, Item 75):</a:t>
          </a:r>
          <a:endParaRPr lang="en-US" sz="2200" kern="1200"/>
        </a:p>
      </dsp:txBody>
      <dsp:txXfrm>
        <a:off x="1057183" y="1805"/>
        <a:ext cx="9458416" cy="915310"/>
      </dsp:txXfrm>
    </dsp:sp>
    <dsp:sp modelId="{575CF90C-5368-440B-8C67-8E1AB0C2DDE6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9C9ABF-5A65-4975-A4CC-47192FFCA343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9D64E-4D91-47BF-B80F-66E84334F31B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First day prediction: 129.95</a:t>
          </a:r>
        </a:p>
      </dsp:txBody>
      <dsp:txXfrm>
        <a:off x="1057183" y="1145944"/>
        <a:ext cx="9458416" cy="915310"/>
      </dsp:txXfrm>
    </dsp:sp>
    <dsp:sp modelId="{7F47C729-9A81-4E15-8C21-9D1FCD45E5D6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F13BC3-47CA-41F7-A922-4D0BAC67A0A9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1FB13E-4B91-4D2D-B0C8-A39C67F9422A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Next 29 days: ~126.00 (stable demand pattern)</a:t>
          </a:r>
        </a:p>
      </dsp:txBody>
      <dsp:txXfrm>
        <a:off x="1057183" y="2290082"/>
        <a:ext cx="9458416" cy="915310"/>
      </dsp:txXfrm>
    </dsp:sp>
    <dsp:sp modelId="{66058C41-12A6-4B78-B018-6F873841E278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55A86C-06EF-46FF-940B-F47C6FC691AF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41973-7B5E-4E19-B32E-F12BCDD3EEAF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Proof: Working output received from API</a:t>
          </a:r>
          <a:endParaRPr lang="en-US" sz="2200" kern="1200"/>
        </a:p>
      </dsp:txBody>
      <dsp:txXfrm>
        <a:off x="1057183" y="3434221"/>
        <a:ext cx="9458416" cy="9153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353DC7-0538-4BE1-A044-5800285247E7}">
      <dsp:nvSpPr>
        <dsp:cNvPr id="0" name=""/>
        <dsp:cNvSpPr/>
      </dsp:nvSpPr>
      <dsp:spPr>
        <a:xfrm>
          <a:off x="0" y="37268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Error in Pandas dtype mapping (fixed)</a:t>
          </a:r>
        </a:p>
      </dsp:txBody>
      <dsp:txXfrm>
        <a:off x="47976" y="85244"/>
        <a:ext cx="10419648" cy="886848"/>
      </dsp:txXfrm>
    </dsp:sp>
    <dsp:sp modelId="{948954F8-B1E5-40EF-82A7-6BD2DC4554C9}">
      <dsp:nvSpPr>
        <dsp:cNvPr id="0" name=""/>
        <dsp:cNvSpPr/>
      </dsp:nvSpPr>
      <dsp:spPr>
        <a:xfrm>
          <a:off x="0" y="1135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URL routing issue for predict-30 (corrected)</a:t>
          </a:r>
        </a:p>
      </dsp:txBody>
      <dsp:txXfrm>
        <a:off x="47976" y="1183245"/>
        <a:ext cx="10419648" cy="886848"/>
      </dsp:txXfrm>
    </dsp:sp>
    <dsp:sp modelId="{98E8E46B-BE5D-41C2-BA8B-2AF3E1F56AFD}">
      <dsp:nvSpPr>
        <dsp:cNvPr id="0" name=""/>
        <dsp:cNvSpPr/>
      </dsp:nvSpPr>
      <dsp:spPr>
        <a:xfrm>
          <a:off x="0" y="2233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Model feature mismatch resolved</a:t>
          </a:r>
        </a:p>
      </dsp:txBody>
      <dsp:txXfrm>
        <a:off x="47976" y="2281245"/>
        <a:ext cx="10419648" cy="886848"/>
      </dsp:txXfrm>
    </dsp:sp>
    <dsp:sp modelId="{404FD7AF-748F-4C2A-B8E7-27C148A518A4}">
      <dsp:nvSpPr>
        <dsp:cNvPr id="0" name=""/>
        <dsp:cNvSpPr/>
      </dsp:nvSpPr>
      <dsp:spPr>
        <a:xfrm>
          <a:off x="0" y="3331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Data imbalance handled using global model</a:t>
          </a:r>
        </a:p>
      </dsp:txBody>
      <dsp:txXfrm>
        <a:off x="47976" y="3379245"/>
        <a:ext cx="10419648" cy="8868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C2EC98-990A-44B9-9848-DF80F57D8CB8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BEAC16-979C-4076-B59D-AAB0BA2C3CA9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7F30D-29BC-4B7A-BBE1-E27E25CB7B99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pipeline: Complete</a:t>
          </a:r>
        </a:p>
      </dsp:txBody>
      <dsp:txXfrm>
        <a:off x="836323" y="3399"/>
        <a:ext cx="9679276" cy="724089"/>
      </dsp:txXfrm>
    </dsp:sp>
    <dsp:sp modelId="{730CEE27-D845-4994-99F6-CEF653BC41CB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B7C7D8-5EF0-4B94-9254-AFC833E1F99B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669C14-FB6E-4A91-948B-37B64F1491D6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ML model: Trained + integrated</a:t>
          </a:r>
        </a:p>
      </dsp:txBody>
      <dsp:txXfrm>
        <a:off x="836323" y="908511"/>
        <a:ext cx="9679276" cy="724089"/>
      </dsp:txXfrm>
    </dsp:sp>
    <dsp:sp modelId="{BABEE06B-C161-4B9B-840D-865E9FBCAEC8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839925-DC8A-46FB-9358-725C7884C73E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ACBE3C-8993-49B7-9FE9-05F1E917B13E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Prediction APIs: Working and tested</a:t>
          </a:r>
        </a:p>
      </dsp:txBody>
      <dsp:txXfrm>
        <a:off x="836323" y="1813624"/>
        <a:ext cx="9679276" cy="724089"/>
      </dsp:txXfrm>
    </dsp:sp>
    <dsp:sp modelId="{7615A348-5B5B-4D5A-9960-B6E382A19827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AAF8FC-139E-4C34-88F3-CF75CC273A36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F85D5F-87C2-4A88-851E-83A672188D81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30-day forecasting: Working</a:t>
          </a:r>
        </a:p>
      </dsp:txBody>
      <dsp:txXfrm>
        <a:off x="836323" y="2718736"/>
        <a:ext cx="9679276" cy="724089"/>
      </dsp:txXfrm>
    </dsp:sp>
    <dsp:sp modelId="{6C48F3B6-7D26-451D-A95D-63E75F7F86A4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5708E8-ABC7-4C13-80A6-F863D8309745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2AE9DD-72E0-4030-AB7B-D9DEAB24D0D6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Backend stable</a:t>
          </a:r>
        </a:p>
      </dsp:txBody>
      <dsp:txXfrm>
        <a:off x="836323" y="3623848"/>
        <a:ext cx="9679276" cy="72408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5F0F33-D62B-482C-BF41-B7A0BE0CBFD5}">
      <dsp:nvSpPr>
        <dsp:cNvPr id="0" name=""/>
        <dsp:cNvSpPr/>
      </dsp:nvSpPr>
      <dsp:spPr>
        <a:xfrm>
          <a:off x="0" y="3736288"/>
          <a:ext cx="2628900" cy="6129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49352" rIns="186967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Deploy</a:t>
          </a:r>
        </a:p>
      </dsp:txBody>
      <dsp:txXfrm>
        <a:off x="0" y="3736288"/>
        <a:ext cx="2628900" cy="612969"/>
      </dsp:txXfrm>
    </dsp:sp>
    <dsp:sp modelId="{943F7767-5509-44F2-9161-46715482BBB8}">
      <dsp:nvSpPr>
        <dsp:cNvPr id="0" name=""/>
        <dsp:cNvSpPr/>
      </dsp:nvSpPr>
      <dsp:spPr>
        <a:xfrm>
          <a:off x="2628900" y="3736288"/>
          <a:ext cx="7886700" cy="61296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90500" rIns="159980" bIns="1905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Deploy the system on cloud</a:t>
          </a:r>
        </a:p>
      </dsp:txBody>
      <dsp:txXfrm>
        <a:off x="2628900" y="3736288"/>
        <a:ext cx="7886700" cy="612969"/>
      </dsp:txXfrm>
    </dsp:sp>
    <dsp:sp modelId="{A83284D8-4F7A-4336-B7D9-951CA21E7F71}">
      <dsp:nvSpPr>
        <dsp:cNvPr id="0" name=""/>
        <dsp:cNvSpPr/>
      </dsp:nvSpPr>
      <dsp:spPr>
        <a:xfrm rot="10800000">
          <a:off x="0" y="2802736"/>
          <a:ext cx="2628900" cy="94274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49352" rIns="186967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Improve</a:t>
          </a:r>
        </a:p>
      </dsp:txBody>
      <dsp:txXfrm rot="-10800000">
        <a:off x="0" y="2802736"/>
        <a:ext cx="2628900" cy="612785"/>
      </dsp:txXfrm>
    </dsp:sp>
    <dsp:sp modelId="{C68E7274-6869-4AC5-9C47-C02689A5282B}">
      <dsp:nvSpPr>
        <dsp:cNvPr id="0" name=""/>
        <dsp:cNvSpPr/>
      </dsp:nvSpPr>
      <dsp:spPr>
        <a:xfrm>
          <a:off x="2628900" y="2802736"/>
          <a:ext cx="7886700" cy="6127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90500" rIns="159980" bIns="1905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Improve model accuracy with more features</a:t>
          </a:r>
        </a:p>
      </dsp:txBody>
      <dsp:txXfrm>
        <a:off x="2628900" y="2802736"/>
        <a:ext cx="7886700" cy="612785"/>
      </dsp:txXfrm>
    </dsp:sp>
    <dsp:sp modelId="{81085013-D64C-4335-87D9-D1F2AF330E7D}">
      <dsp:nvSpPr>
        <dsp:cNvPr id="0" name=""/>
        <dsp:cNvSpPr/>
      </dsp:nvSpPr>
      <dsp:spPr>
        <a:xfrm rot="10800000">
          <a:off x="0" y="1869184"/>
          <a:ext cx="2628900" cy="94274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49352" rIns="186967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Add</a:t>
          </a:r>
        </a:p>
      </dsp:txBody>
      <dsp:txXfrm rot="-10800000">
        <a:off x="0" y="1869184"/>
        <a:ext cx="2628900" cy="612785"/>
      </dsp:txXfrm>
    </dsp:sp>
    <dsp:sp modelId="{B4B272E6-C683-4B6B-B21A-7164A704AB7F}">
      <dsp:nvSpPr>
        <dsp:cNvPr id="0" name=""/>
        <dsp:cNvSpPr/>
      </dsp:nvSpPr>
      <dsp:spPr>
        <a:xfrm>
          <a:off x="2628900" y="1869184"/>
          <a:ext cx="7886700" cy="6127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90500" rIns="159980" bIns="1905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Add stockout alerts</a:t>
          </a:r>
        </a:p>
      </dsp:txBody>
      <dsp:txXfrm>
        <a:off x="2628900" y="1869184"/>
        <a:ext cx="7886700" cy="612785"/>
      </dsp:txXfrm>
    </dsp:sp>
    <dsp:sp modelId="{205C4E3A-5F02-4EF4-BC70-8EDC2C21C2A2}">
      <dsp:nvSpPr>
        <dsp:cNvPr id="0" name=""/>
        <dsp:cNvSpPr/>
      </dsp:nvSpPr>
      <dsp:spPr>
        <a:xfrm rot="10800000">
          <a:off x="0" y="935632"/>
          <a:ext cx="2628900" cy="94274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49352" rIns="186967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Add</a:t>
          </a:r>
        </a:p>
      </dsp:txBody>
      <dsp:txXfrm rot="-10800000">
        <a:off x="0" y="935632"/>
        <a:ext cx="2628900" cy="612785"/>
      </dsp:txXfrm>
    </dsp:sp>
    <dsp:sp modelId="{024CF582-C500-48F7-B928-8FA7B6EBACF5}">
      <dsp:nvSpPr>
        <dsp:cNvPr id="0" name=""/>
        <dsp:cNvSpPr/>
      </dsp:nvSpPr>
      <dsp:spPr>
        <a:xfrm>
          <a:off x="2628900" y="935632"/>
          <a:ext cx="7886700" cy="6127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90500" rIns="159980" bIns="1905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Add inventory recommendations</a:t>
          </a:r>
        </a:p>
      </dsp:txBody>
      <dsp:txXfrm>
        <a:off x="2628900" y="935632"/>
        <a:ext cx="7886700" cy="612785"/>
      </dsp:txXfrm>
    </dsp:sp>
    <dsp:sp modelId="{66820561-0B4B-46CF-9CE9-B405EC3E8E77}">
      <dsp:nvSpPr>
        <dsp:cNvPr id="0" name=""/>
        <dsp:cNvSpPr/>
      </dsp:nvSpPr>
      <dsp:spPr>
        <a:xfrm rot="10800000">
          <a:off x="0" y="2080"/>
          <a:ext cx="2628900" cy="94274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49352" rIns="186967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Build</a:t>
          </a:r>
        </a:p>
      </dsp:txBody>
      <dsp:txXfrm rot="-10800000">
        <a:off x="0" y="2080"/>
        <a:ext cx="2628900" cy="612785"/>
      </dsp:txXfrm>
    </dsp:sp>
    <dsp:sp modelId="{5F1958DB-64AB-40C2-B6BF-3F1B0B4EE806}">
      <dsp:nvSpPr>
        <dsp:cNvPr id="0" name=""/>
        <dsp:cNvSpPr/>
      </dsp:nvSpPr>
      <dsp:spPr>
        <a:xfrm>
          <a:off x="2628900" y="2080"/>
          <a:ext cx="7886700" cy="6127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90500" rIns="159980" bIns="1905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Build frontend dashboard to display predictions</a:t>
          </a:r>
        </a:p>
      </dsp:txBody>
      <dsp:txXfrm>
        <a:off x="2628900" y="2080"/>
        <a:ext cx="7886700" cy="6127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9766" y="1146412"/>
            <a:ext cx="9014348" cy="2402006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ea typeface="+mj-lt"/>
                <a:cs typeface="+mj-lt"/>
              </a:rPr>
              <a:t>Smart Stock Inventory Optimization for Retail Stores</a:t>
            </a:r>
            <a:endParaRPr lang="en-US" sz="4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9765" y="4892722"/>
            <a:ext cx="6387155" cy="1078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Project Progress Report</a:t>
            </a:r>
            <a:br>
              <a:rPr lang="en-US" sz="2200">
                <a:solidFill>
                  <a:srgbClr val="FFFFFF"/>
                </a:solidFill>
                <a:ea typeface="+mn-lt"/>
                <a:cs typeface="+mn-lt"/>
              </a:rPr>
            </a:br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 Presented by: Rudrakshi Jaiswal</a:t>
            </a:r>
            <a:br>
              <a:rPr lang="en-US" sz="2200" i="1">
                <a:solidFill>
                  <a:srgbClr val="FFFFFF"/>
                </a:solidFill>
                <a:ea typeface="+mn-lt"/>
                <a:cs typeface="+mn-lt"/>
              </a:rPr>
            </a:br>
            <a:endParaRPr lang="en-US" sz="2200" i="1">
              <a:solidFill>
                <a:srgbClr val="FFFFFF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3E44-233B-DD0B-0209-1F2816AFA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Objective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60A4BD-3DA3-3E78-65F9-F877BD5FE2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7697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53FCA-A1D5-531B-5E84-86D65F87A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Work Completed So Far</a:t>
            </a:r>
            <a:endParaRPr lang="en-US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326A0DE6-35D5-9092-A366-3861069CEC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0649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E56564-E076-3A34-CAE8-784E797EC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Backend API Progress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F4A5B4F4-3208-4701-6383-72C44F3186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503158" y="649480"/>
          <a:ext cx="4862447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7447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58400-8652-08D2-F26D-32CF8F10C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ML Model Progress</a:t>
            </a:r>
            <a:endParaRPr lang="en-US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65814654-6009-DA3F-0DB8-4F7AFD6EE4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2412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00881-3976-7FAF-1E5D-B93CA9D6B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Sample Forecast Output</a:t>
            </a:r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7C0F24C-73E3-9128-711C-ECABB0252FB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412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0A6B3-AB18-03FC-229A-C5C66C9F6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Challenges Resolved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7EB3F0-97CD-AD4B-BB70-C66743A7B94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1728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A4856-0A5D-F37E-0F67-D45625D5A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Current Status Summary</a:t>
            </a:r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9C421CB-960C-24CA-5739-DFADFE654F9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7490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32D5-6ABD-0C17-8048-56FF192D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Next Steps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CC46D8-2E0E-F424-A0CB-4E7CFBBB75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6115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DABCE0FB-ADDD-4B37-A958-519663E8E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A981E-6C01-464B-9B2A-810AFEC27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33096-8923-15C1-11A9-618DD16F8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0432"/>
            <a:ext cx="10533888" cy="2734056"/>
          </a:xfrm>
        </p:spPr>
        <p:txBody>
          <a:bodyPr anchor="b">
            <a:normAutofit/>
          </a:bodyPr>
          <a:lstStyle/>
          <a:p>
            <a:r>
              <a:rPr lang="en-US" sz="8000">
                <a:solidFill>
                  <a:schemeClr val="tx2"/>
                </a:solidFill>
                <a:ea typeface="+mj-lt"/>
                <a:cs typeface="+mj-lt"/>
              </a:rPr>
              <a:t>Conclusion</a:t>
            </a:r>
            <a:endParaRPr lang="en-US" sz="8000">
              <a:solidFill>
                <a:schemeClr val="tx2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8710E47-0781-4953-BBDA-8EF627A7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CD106-42DF-50DE-F3F4-CB14639BA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4069080"/>
            <a:ext cx="10515600" cy="20426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Project is on track and has a working prediction engine.</a:t>
            </a:r>
            <a:br>
              <a:rPr lang="en-US" sz="1800">
                <a:solidFill>
                  <a:schemeClr val="tx2"/>
                </a:solidFill>
                <a:ea typeface="+mn-lt"/>
                <a:cs typeface="+mn-lt"/>
              </a:rPr>
            </a:b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Model + API integration is successfully completed.</a:t>
            </a:r>
            <a:endParaRPr lang="en-US" sz="1800">
              <a:solidFill>
                <a:schemeClr val="tx2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25D265C-1D38-4B36-8572-366ED6A60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0C536A3-D654-4FB9-BB50-B236B87BB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41ACF7F-B3F4-4E4E-AECF-076FA5AB68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A76DEDF-ED9E-43F5-BD8F-87A9A7A06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7145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Smart Stock Inventory Optimization for Retail Stores</vt:lpstr>
      <vt:lpstr>Objective</vt:lpstr>
      <vt:lpstr>Work Completed So Far</vt:lpstr>
      <vt:lpstr>Backend API Progress</vt:lpstr>
      <vt:lpstr>ML Model Progress</vt:lpstr>
      <vt:lpstr>Sample Forecast Output</vt:lpstr>
      <vt:lpstr>Challenges Resolved</vt:lpstr>
      <vt:lpstr>Current Status Summary</vt:lpstr>
      <vt:lpstr>Next Steps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2025-12-04T12:01:07Z</dcterms:created>
  <dcterms:modified xsi:type="dcterms:W3CDTF">2025-12-04T12:29:35Z</dcterms:modified>
</cp:coreProperties>
</file>